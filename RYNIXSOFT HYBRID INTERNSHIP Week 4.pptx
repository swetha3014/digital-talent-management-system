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28746A54-DF85-4DA8-9094-90653D2DC897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FD6ADD7-651C-42F1-A465-D538FB6E4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034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46A54-DF85-4DA8-9094-90653D2DC897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ADD7-651C-42F1-A465-D538FB6E4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023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46A54-DF85-4DA8-9094-90653D2DC897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ADD7-651C-42F1-A465-D538FB6E4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55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46A54-DF85-4DA8-9094-90653D2DC897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ADD7-651C-42F1-A465-D538FB6E4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982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46A54-DF85-4DA8-9094-90653D2DC897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ADD7-651C-42F1-A465-D538FB6E4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43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46A54-DF85-4DA8-9094-90653D2DC897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ADD7-651C-42F1-A465-D538FB6E4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873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46A54-DF85-4DA8-9094-90653D2DC897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ADD7-651C-42F1-A465-D538FB6E4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60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46A54-DF85-4DA8-9094-90653D2DC897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ADD7-651C-42F1-A465-D538FB6E4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728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46A54-DF85-4DA8-9094-90653D2DC897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ADD7-651C-42F1-A465-D538FB6E4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835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46A54-DF85-4DA8-9094-90653D2DC897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ADD7-651C-42F1-A465-D538FB6E4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653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46A54-DF85-4DA8-9094-90653D2DC897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ADD7-651C-42F1-A465-D538FB6E4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47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46A54-DF85-4DA8-9094-90653D2DC897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ADD7-651C-42F1-A465-D538FB6E4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627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46A54-DF85-4DA8-9094-90653D2DC897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ADD7-651C-42F1-A465-D538FB6E4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6607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46A54-DF85-4DA8-9094-90653D2DC897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ADD7-651C-42F1-A465-D538FB6E4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411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46A54-DF85-4DA8-9094-90653D2DC897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ADD7-651C-42F1-A465-D538FB6E4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7767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46A54-DF85-4DA8-9094-90653D2DC897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ADD7-651C-42F1-A465-D538FB6E469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800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46A54-DF85-4DA8-9094-90653D2DC897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6ADD7-651C-42F1-A465-D538FB6E4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531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8746A54-DF85-4DA8-9094-90653D2DC897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FD6ADD7-651C-42F1-A465-D538FB6E46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8720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6553B-70E2-F1BF-2E9A-91EEDEE362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sz="4000" b="1" dirty="0"/>
              <a:t>RYNIXSOFT HYBRID INTERNSHIP</a:t>
            </a:r>
            <a:br>
              <a:rPr lang="en-US" b="1" dirty="0"/>
            </a:br>
            <a:r>
              <a:rPr lang="en-US" sz="4000" b="1" dirty="0"/>
              <a:t>WEEK 4</a:t>
            </a:r>
            <a:endParaRPr lang="en-IN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244A4-A112-59E9-971C-317F460A91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BY</a:t>
            </a:r>
          </a:p>
          <a:p>
            <a:pPr algn="l"/>
            <a:r>
              <a:rPr lang="en-US" dirty="0"/>
              <a:t>SWETHASUPRIYA AS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3223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3A00A-4977-999E-B2B5-D7485CFF5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Sprint 4 – Prototyping &amp; UX Case Study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9A25D-678D-088E-1B7B-7146E392B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interactive clickable prototype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basic usability validation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full UX case study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design decisions &amp; iterations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final design link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569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BDE8E-4725-732E-4A38-F98042112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01C2B-C12C-03F8-0D31-F925AD4B4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key screens such as: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page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panel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clickable interactions so users can navigate between screens easily.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Maintained a consistent design using a blue and white color theme for a clean and professional look, and used Poppins font for better readability.”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671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C931-F2A3-70C1-8318-05FE67222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Flow &amp; Usability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ACD5E-62EC-F80C-7683-488CBB3D3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→ Dashboard → Task Page → Admin Panel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easy and intuitive navigation.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usability testing is conducted with 2 to 3 users.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is collected based on: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navigation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Clarity of the interface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54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71FFC-9633-9933-6B3D-34353EAD4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Decisions &amp; Iterations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2BD30-D3BA-19AD-09D9-2E447F9ED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design decisions are made to improve usability: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layout is used for easy understanding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 color is chosen to provide a professional look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buttons are designed for better interaction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user feedback, improvements are made such as: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button visibility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Simplifying the dashboard layout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spacing and alignment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169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48E67-0419-A769-2D87-8DE6AA667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UX Case Study &amp; Final 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012B6-9B1F-AB5A-A901-E014247BF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complete UX case study is documented, including: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needs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approach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interactive prototype is completed and refined based on feedback.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link is submitted through Figma.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sprint highlights how structured design and usability improvements enhance user experience.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598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FE6E9-51CE-63A7-42F1-16CB003A1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38C585C-9DDB-1505-61FB-3794A186389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68895" y="1935060"/>
            <a:ext cx="1709258" cy="3649662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2F66253-2EBE-4C9B-248E-9831EE66FE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000344" y="1935060"/>
            <a:ext cx="4858521" cy="364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3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6342B-7EFE-E121-F57F-53D2611EB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982EA79-9B56-A87A-691F-416551CB0E9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27352" y="1935061"/>
            <a:ext cx="1664758" cy="3649662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D21B9CD-08B2-132C-8FE9-196CFBEEA2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156737" y="1935061"/>
            <a:ext cx="4995862" cy="364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18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ACBD5-DAE6-C684-8664-A59A6DAAC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Panel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A5192C5-6240-5DA5-D510-3C4BAB3BE39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81779" y="1925228"/>
            <a:ext cx="1696910" cy="3649662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DBF012-D7A1-5161-BD36-0ABBD02572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884408" y="1925228"/>
            <a:ext cx="5102276" cy="364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503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1C709-1425-E7BD-11ED-03A6D067C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Leave Request and Approve Page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FF64342-3A25-FFD9-5A61-E20882AD7AB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85801" y="1935061"/>
            <a:ext cx="1682338" cy="3649662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465E326-3594-5F39-EE25-D829C8D66D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697594" y="1935060"/>
            <a:ext cx="5387411" cy="364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05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ank you words on notepad and office supplies photo">
            <a:extLst>
              <a:ext uri="{FF2B5EF4-FFF2-40B4-BE49-F238E27FC236}">
                <a16:creationId xmlns:a16="http://schemas.microsoft.com/office/drawing/2014/main" id="{914B8CDC-D548-69EE-40CA-F94A35FFE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16" y="459658"/>
            <a:ext cx="11267768" cy="593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92441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128</TotalTime>
  <Words>262</Words>
  <Application>Microsoft Office PowerPoint</Application>
  <PresentationFormat>Widescreen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Celestial</vt:lpstr>
      <vt:lpstr>RYNIXSOFT HYBRID INTERNSHIP WEEK 4</vt:lpstr>
      <vt:lpstr> Sprint 4 – Prototyping &amp; UX Case Study </vt:lpstr>
      <vt:lpstr>Interactive Prototype</vt:lpstr>
      <vt:lpstr>User Flow &amp; Usability Testing</vt:lpstr>
      <vt:lpstr>Design Decisions &amp; Iterations</vt:lpstr>
      <vt:lpstr>UX Case Study &amp; Final Output</vt:lpstr>
      <vt:lpstr>Login Page</vt:lpstr>
      <vt:lpstr>Dashboard</vt:lpstr>
      <vt:lpstr>Admin Panel</vt:lpstr>
      <vt:lpstr>Leave Request and Approve Page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swetha supriya</dc:creator>
  <cp:lastModifiedBy>swetha supriya</cp:lastModifiedBy>
  <cp:revision>1</cp:revision>
  <dcterms:created xsi:type="dcterms:W3CDTF">2026-03-28T05:30:47Z</dcterms:created>
  <dcterms:modified xsi:type="dcterms:W3CDTF">2026-03-28T07:38:56Z</dcterms:modified>
</cp:coreProperties>
</file>