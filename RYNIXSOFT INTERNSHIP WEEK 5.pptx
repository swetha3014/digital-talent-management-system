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5" r:id="rId9"/>
    <p:sldId id="263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43851-1CEE-4623-B3D6-0A1B5E426B9A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F59B4-17B4-4C49-823C-2EA89CE787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43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F59B4-17B4-4C49-823C-2EA89CE7871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34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59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5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81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24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2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96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5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48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6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348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9521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478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9207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78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886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63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43CBB0-3910-4575-B2B4-A93EFD115AD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1AB018-0F84-432D-B3F8-67FFBCDE59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014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E9FB-7DDD-2505-C584-A646FFBA8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RYNIXSOFT INTERNSHIP WEEK 5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0AA3B-C718-6B65-DD09-69C3ACF12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SWETHASUPRIYA AS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2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DE4F-55ED-12E2-E70C-83387409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40775"/>
            <a:ext cx="8534400" cy="7669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1–4 Recap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2F0175-81A8-0921-A6BF-57CCF34636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4213" y="2291428"/>
            <a:ext cx="1084944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1: Research &amp; Problem Understanding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2: Wireframing &amp; Structure Design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3: UI Design (Mobile &amp; Desktop Screens)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Sprint 4: Prototyping &amp; UX Case Study </a:t>
            </a:r>
          </a:p>
        </p:txBody>
      </p:sp>
    </p:spTree>
    <p:extLst>
      <p:ext uri="{BB962C8B-B14F-4D97-AF65-F5344CB8AC3E}">
        <p14:creationId xmlns:p14="http://schemas.microsoft.com/office/powerpoint/2010/main" val="281516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AC19-702A-394C-BCC6-BD10D8A6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30942"/>
            <a:ext cx="8534400" cy="103238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3: Sprint 5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DD91-BFA9-40F8-E4E1-278ACFBB8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51820"/>
            <a:ext cx="8534400" cy="37165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usability feedback from users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UX issues in final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UI based on feedback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case study with final iterations </a:t>
            </a:r>
          </a:p>
        </p:txBody>
      </p:sp>
    </p:spTree>
    <p:extLst>
      <p:ext uri="{BB962C8B-B14F-4D97-AF65-F5344CB8AC3E}">
        <p14:creationId xmlns:p14="http://schemas.microsoft.com/office/powerpoint/2010/main" val="150626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0B81-8177-EDFD-ABEF-69A7EA00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09600"/>
            <a:ext cx="8534400" cy="9340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4: UI/UX Process Followed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0B90-5C0C-8D13-AD4A-B48AC725D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89470"/>
            <a:ext cx="8534400" cy="460149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Research → Ideate → Design → Test → Iterate</a:t>
            </a:r>
          </a:p>
          <a:p>
            <a:r>
              <a:rPr lang="en-US" sz="2800" dirty="0">
                <a:solidFill>
                  <a:schemeClr val="tx1"/>
                </a:solidFill>
              </a:rPr>
              <a:t>Research: Understand user problems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Ideate: Generate solutions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Design: Create UI screens </a:t>
            </a:r>
          </a:p>
          <a:p>
            <a:r>
              <a:rPr lang="en-US" sz="2800" dirty="0">
                <a:solidFill>
                  <a:schemeClr val="tx1"/>
                </a:solidFill>
              </a:rPr>
              <a:t>Test: Collect feedback </a:t>
            </a:r>
          </a:p>
          <a:p>
            <a:r>
              <a:rPr lang="en-US" sz="2800" dirty="0">
                <a:solidFill>
                  <a:schemeClr val="tx1"/>
                </a:solidFill>
              </a:rPr>
              <a:t>Iterate: Improve design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58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BBECF94-CBCB-7B78-E88B-2DC58F5387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3254" y="1427188"/>
            <a:ext cx="1709258" cy="3649662"/>
          </a:xfrm>
          <a:prstGeom prst="rect">
            <a:avLst/>
          </a:prstGeom>
        </p:spPr>
      </p:pic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C1194923-2D1A-56CD-0C76-1BF76C5FC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134" y="1840144"/>
            <a:ext cx="1664758" cy="3649662"/>
          </a:xfrm>
          <a:prstGeom prst="rect">
            <a:avLst/>
          </a:prstGeom>
        </p:spPr>
      </p:pic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228D183C-0684-14D7-3D5D-40DF2225A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514" y="1427188"/>
            <a:ext cx="1696910" cy="3649662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DD4AD84-3A68-702D-A43B-C40B9EE4D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6046" y="1840144"/>
            <a:ext cx="1682338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2AE42F-6BD0-A4E2-D37A-BCE03336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62116"/>
            <a:ext cx="4792356" cy="95372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Usability Feedback?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0CE8FBC-AA00-1D81-E10B-839F53E2326D}"/>
              </a:ext>
            </a:extLst>
          </p:cNvPr>
          <p:cNvSpPr txBox="1">
            <a:spLocks/>
          </p:cNvSpPr>
          <p:nvPr/>
        </p:nvSpPr>
        <p:spPr>
          <a:xfrm>
            <a:off x="5847461" y="462116"/>
            <a:ext cx="4934479" cy="95372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Feedback Was Collected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68AC428-A6A6-F706-FB88-3F5293F2DAC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4213" y="2221984"/>
            <a:ext cx="451705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collected from users after interacting with design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understand: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users struggle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confuses them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can be improved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1B6B29E-0C6B-DC51-6747-5CCB1A6F9E4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46763" y="2083484"/>
            <a:ext cx="529824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Figma prototype with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Observed user interaction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Asked simple questions: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it easy to navigate?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anything confusing?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can be improved?</a:t>
            </a:r>
          </a:p>
        </p:txBody>
      </p:sp>
    </p:spTree>
    <p:extLst>
      <p:ext uri="{BB962C8B-B14F-4D97-AF65-F5344CB8AC3E}">
        <p14:creationId xmlns:p14="http://schemas.microsoft.com/office/powerpoint/2010/main" val="12336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53854-3087-97FF-7B9B-6038BCD0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936275-D0DB-EDA2-962F-AAF93C2D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62116"/>
            <a:ext cx="4792356" cy="95372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UX Issues Identified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BE2A6E-4CE5-BBB6-20A3-FCDEFBF81E9B}"/>
              </a:ext>
            </a:extLst>
          </p:cNvPr>
          <p:cNvSpPr txBox="1">
            <a:spLocks/>
          </p:cNvSpPr>
          <p:nvPr/>
        </p:nvSpPr>
        <p:spPr>
          <a:xfrm>
            <a:off x="5847461" y="462116"/>
            <a:ext cx="4934479" cy="95372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Iteration Approach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91F62FA-F632-D8EB-9CC8-45A0A760534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4212" y="1834185"/>
            <a:ext cx="4517052" cy="298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leave form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 too dense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panel lacks hierarchy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UI design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8821FC5-0B6B-BA79-C8A1-934DBBBABF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47461" y="1834185"/>
            <a:ext cx="4813177" cy="298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structured 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→ Issue → After →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problem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usability improvement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5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AFC827-927A-9361-65D9-2DEB199D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56" y="874762"/>
            <a:ext cx="1981477" cy="4420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8E252-6839-7D70-846B-8C64EC16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81" y="1365282"/>
            <a:ext cx="2105319" cy="4658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53C80-E234-3945-988A-C47894BBA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48" y="874762"/>
            <a:ext cx="2067213" cy="4706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C04390-B349-3734-4C74-23ABDAFD4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809" y="1365283"/>
            <a:ext cx="4093582" cy="46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5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050C-1DB3-44C5-07E3-84BEFEE2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8A9D0A-5AE4-0D06-C7D4-D62F6F08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62116"/>
            <a:ext cx="4792356" cy="95372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Improvements Implemented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486F83F-5F43-383E-1831-A668A654A008}"/>
              </a:ext>
            </a:extLst>
          </p:cNvPr>
          <p:cNvSpPr txBox="1">
            <a:spLocks/>
          </p:cNvSpPr>
          <p:nvPr/>
        </p:nvSpPr>
        <p:spPr>
          <a:xfrm>
            <a:off x="5847461" y="462116"/>
            <a:ext cx="4934479" cy="95372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Improvements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919409F-E767-2180-DF5B-6ECF2A7F708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84213" y="2143501"/>
            <a:ext cx="4517052" cy="298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dashboard hierarchy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Step-based leave 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calendar clutter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admin panel layout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consistency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D3D95-839B-9C5D-20E5-C12354E5598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46763" y="1930216"/>
            <a:ext cx="4517052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user experience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task completion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confusion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readability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structured interface </a:t>
            </a:r>
          </a:p>
        </p:txBody>
      </p:sp>
    </p:spTree>
    <p:extLst>
      <p:ext uri="{BB962C8B-B14F-4D97-AF65-F5344CB8AC3E}">
        <p14:creationId xmlns:p14="http://schemas.microsoft.com/office/powerpoint/2010/main" val="122857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EA8689-D37D-A298-A99E-96C29B9C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34" y="387281"/>
            <a:ext cx="8534400" cy="10678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Case Study &amp; Final Outcome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4623EF-AF8C-CD40-597E-F83A7646B7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0289" y="1573581"/>
            <a:ext cx="7210987" cy="335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Conducted usability testing to identify key UX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Simplified user flows and removed design complexities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layout using clear visual hierarchy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consistency in UI elements and spacing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overall usability and user experience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7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words on notepad and office supplies photo">
            <a:extLst>
              <a:ext uri="{FF2B5EF4-FFF2-40B4-BE49-F238E27FC236}">
                <a16:creationId xmlns:a16="http://schemas.microsoft.com/office/drawing/2014/main" id="{663E568A-AE80-1C44-0576-DF21448EF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" y="147484"/>
            <a:ext cx="11651226" cy="649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47089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58</TotalTime>
  <Words>283</Words>
  <Application>Microsoft Office PowerPoint</Application>
  <PresentationFormat>Widescreen</PresentationFormat>
  <Paragraphs>65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Slice</vt:lpstr>
      <vt:lpstr>RYNIXSOFT INTERNSHIP WEEK 5</vt:lpstr>
      <vt:lpstr>Sprint 1–4 Recap</vt:lpstr>
      <vt:lpstr>Slide 3: Sprint 5 Objectives</vt:lpstr>
      <vt:lpstr>Slide 4: UI/UX Process Followed</vt:lpstr>
      <vt:lpstr>PowerPoint Presentation</vt:lpstr>
      <vt:lpstr>What is Usability Feedback?</vt:lpstr>
      <vt:lpstr>Key UX Issues Identified</vt:lpstr>
      <vt:lpstr>PowerPoint Presentation</vt:lpstr>
      <vt:lpstr>UI Improvements Implemented</vt:lpstr>
      <vt:lpstr>UX Case Study &amp; Final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supriya</dc:creator>
  <cp:lastModifiedBy>swetha supriya</cp:lastModifiedBy>
  <cp:revision>1</cp:revision>
  <dcterms:created xsi:type="dcterms:W3CDTF">2026-04-04T02:46:21Z</dcterms:created>
  <dcterms:modified xsi:type="dcterms:W3CDTF">2026-04-04T03:44:37Z</dcterms:modified>
</cp:coreProperties>
</file>