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tha supriya" userId="88d7809146c7406a" providerId="LiveId" clId="{D85AF14A-73A3-494A-AFD9-964B63547D20}"/>
    <pc:docChg chg="modSld">
      <pc:chgData name="swetha supriya" userId="88d7809146c7406a" providerId="LiveId" clId="{D85AF14A-73A3-494A-AFD9-964B63547D20}" dt="2026-03-14T05:16:55.572" v="2" actId="14100"/>
      <pc:docMkLst>
        <pc:docMk/>
      </pc:docMkLst>
      <pc:sldChg chg="modSp mod">
        <pc:chgData name="swetha supriya" userId="88d7809146c7406a" providerId="LiveId" clId="{D85AF14A-73A3-494A-AFD9-964B63547D20}" dt="2026-03-14T05:16:55.572" v="2" actId="14100"/>
        <pc:sldMkLst>
          <pc:docMk/>
          <pc:sldMk cId="2723278347" sldId="264"/>
        </pc:sldMkLst>
        <pc:picChg chg="mod">
          <ac:chgData name="swetha supriya" userId="88d7809146c7406a" providerId="LiveId" clId="{D85AF14A-73A3-494A-AFD9-964B63547D20}" dt="2026-03-14T05:16:55.572" v="2" actId="14100"/>
          <ac:picMkLst>
            <pc:docMk/>
            <pc:sldMk cId="2723278347" sldId="264"/>
            <ac:picMk id="7" creationId="{6E2DB292-6581-F871-D52D-AD9D35C467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187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59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482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21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52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48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97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05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48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61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660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868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508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158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549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948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17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DF9A11-C211-4B0C-8781-D856D41624D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F4F745-B707-489D-AF28-371B31D1C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86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450C-9406-3D6A-DA95-6B974F3033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RyniXsoft Hybrid Internship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-2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3BD39-08BF-2760-6B3B-8E83A45BF4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BY</a:t>
            </a:r>
          </a:p>
          <a:p>
            <a:pPr algn="l"/>
            <a:r>
              <a:rPr lang="en-US" dirty="0"/>
              <a:t>SWETHASUPRIYA AS</a:t>
            </a:r>
          </a:p>
          <a:p>
            <a:pPr algn="l"/>
            <a:r>
              <a:rPr lang="en-US" dirty="0"/>
              <a:t>UI/UX DESIGNER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01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516D-7A10-6403-FAF4-3D7DB37F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-2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Wireframing &amp;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80952-8FAC-E957-34A4-ED8EE8FAD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low-fidelity wireframes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 core screens: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Login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Dashboard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Task Page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Admin Panel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Submit wireframe files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321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BACBF-A3E7-F849-C3DA-4CD8A441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126586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Wireframing &amp;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4467-CFD5-6244-AFE3-91BA6F0E6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966648" cy="33189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low-fidelity wireframes for the Digital Talent Management System (DTMS).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creating the basic layout and navigation structure.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key screens to visualize the user interaction and workflow.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system layout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usability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screen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19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3E260-A782-AE2F-99EC-20E29FBA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Low-Fidelity Wireframe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BAEB5-EBF8-AC21-9600-0B36A2864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Low-fidelity wireframes are simple sketches used in the early design stage.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designers test ideas quickly before building the final UI.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using basic shapes, placeholders, and simple components.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https://www.figma.com/design/d6sLZG8OQWbccwnlqH7RdW/Untitled?node-id=0-1&amp;t=HGN7cutlmE5FxtgO-1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87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69A2-91B7-013D-9B3D-0992867A9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Screen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D6AEA-1D2E-5CD0-586D-768F428CB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securely access the system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username, password, and login button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overview of employee activity and tasks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navigation to different modules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582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283E-2E7E-A5A0-6AF5-B0A97595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Page and Admin Panel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0CBE6-D3AA-11C8-3133-9277C9A6E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Task Page</a:t>
            </a:r>
            <a:endParaRPr lang="en-US" dirty="0"/>
          </a:p>
          <a:p>
            <a:r>
              <a:rPr lang="en-US" dirty="0"/>
              <a:t>Shows assigned tasks and deadlines</a:t>
            </a:r>
          </a:p>
          <a:p>
            <a:r>
              <a:rPr lang="en-US" dirty="0"/>
              <a:t>Allows users to track progress and update task status</a:t>
            </a:r>
          </a:p>
          <a:p>
            <a:pPr marL="0" indent="0">
              <a:buNone/>
            </a:pPr>
            <a:r>
              <a:rPr lang="en-US" b="1" dirty="0"/>
              <a:t>Admin Panel</a:t>
            </a:r>
            <a:endParaRPr lang="en-US" dirty="0"/>
          </a:p>
          <a:p>
            <a:r>
              <a:rPr lang="en-US" dirty="0"/>
              <a:t>Enables admin to manage employees and assign tasks</a:t>
            </a:r>
          </a:p>
          <a:p>
            <a:r>
              <a:rPr lang="en-US" dirty="0"/>
              <a:t>Provides system monitoring and control features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1978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533104-BD7E-5694-B229-569310325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42" y="1142681"/>
            <a:ext cx="10580916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7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D5FAB9-A224-4B74-0F40-6131C37C4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" y="727787"/>
            <a:ext cx="10562253" cy="545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773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2DB292-6581-F871-D52D-AD9D35C46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01010" y="-1600200"/>
            <a:ext cx="5131835" cy="1017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7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hank you words on notepad and office supplies photo">
            <a:extLst>
              <a:ext uri="{FF2B5EF4-FFF2-40B4-BE49-F238E27FC236}">
                <a16:creationId xmlns:a16="http://schemas.microsoft.com/office/drawing/2014/main" id="{21B0CDF3-CCB2-DB50-0D5F-F49A9B07D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408" y="807098"/>
            <a:ext cx="10459615" cy="524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1018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63</TotalTime>
  <Words>222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Garamond</vt:lpstr>
      <vt:lpstr>Times New Roman</vt:lpstr>
      <vt:lpstr>Organic</vt:lpstr>
      <vt:lpstr>RyniXsoft Hybrid Internship Week -2</vt:lpstr>
      <vt:lpstr>SPRINT -2 Wireframing &amp; Structure</vt:lpstr>
      <vt:lpstr>Wireframing &amp; Structure</vt:lpstr>
      <vt:lpstr>Low-Fidelity Wireframe Design</vt:lpstr>
      <vt:lpstr>Core Screen Designs</vt:lpstr>
      <vt:lpstr>Task Page and Admin Panel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supriya</dc:creator>
  <cp:lastModifiedBy>swetha supriya</cp:lastModifiedBy>
  <cp:revision>1</cp:revision>
  <dcterms:created xsi:type="dcterms:W3CDTF">2026-03-14T04:13:52Z</dcterms:created>
  <dcterms:modified xsi:type="dcterms:W3CDTF">2026-03-14T05:16:59Z</dcterms:modified>
</cp:coreProperties>
</file>