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66C8DAA-9B95-4808-AD12-BB2E4A8D616E}" v="1" dt="2026-03-21T05:35:57.34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1934" y="6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wetha supriya" userId="88d7809146c7406a" providerId="LiveId" clId="{D85AF14A-73A3-494A-AFD9-964B63547D20}"/>
    <pc:docChg chg="modSld">
      <pc:chgData name="swetha supriya" userId="88d7809146c7406a" providerId="LiveId" clId="{D85AF14A-73A3-494A-AFD9-964B63547D20}" dt="2026-03-21T05:35:57.336" v="0" actId="1076"/>
      <pc:docMkLst>
        <pc:docMk/>
      </pc:docMkLst>
      <pc:sldChg chg="modSp">
        <pc:chgData name="swetha supriya" userId="88d7809146c7406a" providerId="LiveId" clId="{D85AF14A-73A3-494A-AFD9-964B63547D20}" dt="2026-03-21T05:35:57.336" v="0" actId="1076"/>
        <pc:sldMkLst>
          <pc:docMk/>
          <pc:sldMk cId="2131409010" sldId="264"/>
        </pc:sldMkLst>
        <pc:picChg chg="mod">
          <ac:chgData name="swetha supriya" userId="88d7809146c7406a" providerId="LiveId" clId="{D85AF14A-73A3-494A-AFD9-964B63547D20}" dt="2026-03-21T05:35:57.336" v="0" actId="1076"/>
          <ac:picMkLst>
            <pc:docMk/>
            <pc:sldMk cId="2131409010" sldId="264"/>
            <ac:picMk id="4" creationId="{914B8CDC-D548-69EE-40CA-F94A35FFEB15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15D99D-57FC-4BD9-9A39-601D7C653FC4}" type="datetimeFigureOut">
              <a:rPr lang="en-IN" smtClean="0"/>
              <a:t>21-03-2026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00A91-D114-4DBA-9FDB-4905BCCAD4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67097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15D99D-57FC-4BD9-9A39-601D7C653FC4}" type="datetimeFigureOut">
              <a:rPr lang="en-IN" smtClean="0"/>
              <a:t>21-03-2026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00A91-D114-4DBA-9FDB-4905BCCAD4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03331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15D99D-57FC-4BD9-9A39-601D7C653FC4}" type="datetimeFigureOut">
              <a:rPr lang="en-IN" smtClean="0"/>
              <a:t>21-03-2026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00A91-D114-4DBA-9FDB-4905BCCAD4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7968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15D99D-57FC-4BD9-9A39-601D7C653FC4}" type="datetimeFigureOut">
              <a:rPr lang="en-IN" smtClean="0"/>
              <a:t>21-03-2026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00A91-D114-4DBA-9FDB-4905BCCAD4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86354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15D99D-57FC-4BD9-9A39-601D7C653FC4}" type="datetimeFigureOut">
              <a:rPr lang="en-IN" smtClean="0"/>
              <a:t>21-03-2026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00A91-D114-4DBA-9FDB-4905BCCAD4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08403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15D99D-57FC-4BD9-9A39-601D7C653FC4}" type="datetimeFigureOut">
              <a:rPr lang="en-IN" smtClean="0"/>
              <a:t>21-03-2026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00A91-D114-4DBA-9FDB-4905BCCAD4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49689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15D99D-57FC-4BD9-9A39-601D7C653FC4}" type="datetimeFigureOut">
              <a:rPr lang="en-IN" smtClean="0"/>
              <a:t>21-03-2026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00A91-D114-4DBA-9FDB-4905BCCAD4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7041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15D99D-57FC-4BD9-9A39-601D7C653FC4}" type="datetimeFigureOut">
              <a:rPr lang="en-IN" smtClean="0"/>
              <a:t>21-03-2026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00A91-D114-4DBA-9FDB-4905BCCAD4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37968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15D99D-57FC-4BD9-9A39-601D7C653FC4}" type="datetimeFigureOut">
              <a:rPr lang="en-IN" smtClean="0"/>
              <a:t>21-03-2026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00A91-D114-4DBA-9FDB-4905BCCAD4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52282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15D99D-57FC-4BD9-9A39-601D7C653FC4}" type="datetimeFigureOut">
              <a:rPr lang="en-IN" smtClean="0"/>
              <a:t>21-03-2026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00A91-D114-4DBA-9FDB-4905BCCAD4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08073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15D99D-57FC-4BD9-9A39-601D7C653FC4}" type="datetimeFigureOut">
              <a:rPr lang="en-IN" smtClean="0"/>
              <a:t>21-03-2026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00A91-D114-4DBA-9FDB-4905BCCAD4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35877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15D99D-57FC-4BD9-9A39-601D7C653FC4}" type="datetimeFigureOut">
              <a:rPr lang="en-IN" smtClean="0"/>
              <a:t>21-03-2026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00A91-D114-4DBA-9FDB-4905BCCAD42E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049007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15D99D-57FC-4BD9-9A39-601D7C653FC4}" type="datetimeFigureOut">
              <a:rPr lang="en-IN" smtClean="0"/>
              <a:t>21-03-2026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00A91-D114-4DBA-9FDB-4905BCCAD4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97371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15D99D-57FC-4BD9-9A39-601D7C653FC4}" type="datetimeFigureOut">
              <a:rPr lang="en-IN" smtClean="0"/>
              <a:t>21-03-2026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00A91-D114-4DBA-9FDB-4905BCCAD4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37557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15D99D-57FC-4BD9-9A39-601D7C653FC4}" type="datetimeFigureOut">
              <a:rPr lang="en-IN" smtClean="0"/>
              <a:t>21-03-2026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00A91-D114-4DBA-9FDB-4905BCCAD4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64392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15D99D-57FC-4BD9-9A39-601D7C653FC4}" type="datetimeFigureOut">
              <a:rPr lang="en-IN" smtClean="0"/>
              <a:t>21-03-2026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00A91-D114-4DBA-9FDB-4905BCCAD4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117557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15D99D-57FC-4BD9-9A39-601D7C653FC4}" type="datetimeFigureOut">
              <a:rPr lang="en-IN" smtClean="0"/>
              <a:t>21-03-2026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00A91-D114-4DBA-9FDB-4905BCCAD4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87193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3C15D99D-57FC-4BD9-9A39-601D7C653FC4}" type="datetimeFigureOut">
              <a:rPr lang="en-IN" smtClean="0"/>
              <a:t>21-03-2026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D00A91-D114-4DBA-9FDB-4905BCCAD4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323140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A629A-1DBE-FBAB-8EC0-84C2BC24E78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b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RyniXsoft Hybrid Internship</a:t>
            </a:r>
            <a:b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 -3</a:t>
            </a:r>
            <a:endParaRPr lang="en-IN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00AFF8-9313-F4FE-F0CC-0D257471131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SWETHASUPRIYA AS</a:t>
            </a:r>
          </a:p>
        </p:txBody>
      </p:sp>
    </p:spTree>
    <p:extLst>
      <p:ext uri="{BB962C8B-B14F-4D97-AF65-F5344CB8AC3E}">
        <p14:creationId xmlns:p14="http://schemas.microsoft.com/office/powerpoint/2010/main" val="32326180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4E357B-FCD6-C798-CB2E-3389749C1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Week 3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0127D8-137E-459E-1A75-ABA5DE905D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0775" y="1964428"/>
            <a:ext cx="9510060" cy="419548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Sprint 3 – High-Fidelity UI Design</a:t>
            </a:r>
          </a:p>
          <a:p>
            <a:pPr marL="0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 Design complete UI in Figma / Adobe XD</a:t>
            </a:r>
          </a:p>
          <a:p>
            <a:pPr marL="0" indent="0">
              <a:buNone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Apply typography system</a:t>
            </a:r>
          </a:p>
          <a:p>
            <a:pPr marL="0" indent="0">
              <a:buNone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Define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color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system &amp; spacing guidelines</a:t>
            </a:r>
          </a:p>
          <a:p>
            <a:pPr marL="0" indent="0">
              <a:buNone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Create responsive layouts (Desktop + Mobile)</a:t>
            </a:r>
          </a:p>
          <a:p>
            <a:pPr marL="0" indent="0">
              <a:buNone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Submit design updates</a:t>
            </a:r>
          </a:p>
          <a:p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4871886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D9FDF2-F365-AC5D-4ADB-8EC386FF02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 &amp; Screens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0CBD68-68A2-B1F9-879D-30C813D34D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132" y="2052918"/>
            <a:ext cx="9404722" cy="419548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high-fidelity UI screens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design system 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colors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typography, spacing)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 responsive design 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Screens Designed: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Login Page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(Desktop &amp; Mobile)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Page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Panel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Leave &amp; HR Approval UI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07948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164AD-A216-E398-06F8-218C629496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501CEB-70C2-74AF-64C0-41CD8BC38A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130" y="1582994"/>
            <a:ext cx="9404723" cy="466540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Color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System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Blue → Primary actions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Green → Approve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 → Reject 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Typography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Clear and readable fonts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Proper heading &amp; content hierarchy 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Spacing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Consistent margins and alignment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 layout structure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57147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FDDC5-2ED4-D806-6DD4-9F04377F07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&amp; 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2909EA-AD54-8314-16B7-5214ED1940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132" y="2052918"/>
            <a:ext cx="9404722" cy="4195481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Challenges:</a:t>
            </a:r>
            <a:endParaRPr lang="en-US" dirty="0"/>
          </a:p>
          <a:p>
            <a:r>
              <a:rPr lang="en-US" dirty="0"/>
              <a:t>Maintaining consistency </a:t>
            </a:r>
          </a:p>
          <a:p>
            <a:r>
              <a:rPr lang="en-US" dirty="0"/>
              <a:t>Designing responsive layouts </a:t>
            </a:r>
          </a:p>
          <a:p>
            <a:pPr marL="0" indent="0">
              <a:buNone/>
            </a:pPr>
            <a:r>
              <a:rPr lang="en-US" b="1" dirty="0"/>
              <a:t>Conclusion:</a:t>
            </a:r>
            <a:endParaRPr lang="en-US" dirty="0"/>
          </a:p>
          <a:p>
            <a:r>
              <a:rPr lang="en-US" dirty="0"/>
              <a:t>Completed full UI design system </a:t>
            </a:r>
          </a:p>
          <a:p>
            <a:r>
              <a:rPr lang="en-US" dirty="0"/>
              <a:t>Improved usability and user experience </a:t>
            </a:r>
          </a:p>
          <a:p>
            <a:r>
              <a:rPr lang="en-US" dirty="0"/>
              <a:t>Ready for final submission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329100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0BDA42-C59A-9306-A5D1-7D41A86B80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130" y="265905"/>
            <a:ext cx="9404723" cy="736985"/>
          </a:xfrm>
        </p:spPr>
        <p:txBody>
          <a:bodyPr/>
          <a:lstStyle/>
          <a:p>
            <a:r>
              <a:rPr lang="en-IN" dirty="0"/>
              <a:t>Mobile UI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BBC6EB8-7672-72A3-0949-3219E08C20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130" y="1081548"/>
            <a:ext cx="10563644" cy="5279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25602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D2C7ED-CA0C-7178-23D7-3323D87B8A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874637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Desktop UI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81B7167-2259-77E4-7AFC-F057A9B734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755" y="1259404"/>
            <a:ext cx="11120284" cy="5145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21507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633CA0-6FA6-7483-2D36-A80A0EACE1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835308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 Design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E844005-CFCC-5821-2DF6-73BAFD2CD2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2293" y="1425677"/>
            <a:ext cx="9607414" cy="4896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77683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Thank you words on notepad and office supplies photo">
            <a:extLst>
              <a:ext uri="{FF2B5EF4-FFF2-40B4-BE49-F238E27FC236}">
                <a16:creationId xmlns:a16="http://schemas.microsoft.com/office/drawing/2014/main" id="{914B8CDC-D548-69EE-40CA-F94A35FFEB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116" y="459658"/>
            <a:ext cx="11267768" cy="59386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3140901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TM02836342[[fn=Ion]]</Template>
  <TotalTime>38</TotalTime>
  <Words>160</Words>
  <Application>Microsoft Office PowerPoint</Application>
  <PresentationFormat>Widescreen</PresentationFormat>
  <Paragraphs>44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Century Gothic</vt:lpstr>
      <vt:lpstr>Times New Roman</vt:lpstr>
      <vt:lpstr>Wingdings 3</vt:lpstr>
      <vt:lpstr>Ion</vt:lpstr>
      <vt:lpstr> RyniXsoft Hybrid Internship Week -3</vt:lpstr>
      <vt:lpstr>Week 3 </vt:lpstr>
      <vt:lpstr>Objective &amp; Screens</vt:lpstr>
      <vt:lpstr>Design System</vt:lpstr>
      <vt:lpstr>Challenges &amp; Conclusion</vt:lpstr>
      <vt:lpstr>Mobile UI</vt:lpstr>
      <vt:lpstr>Desktop UI</vt:lpstr>
      <vt:lpstr>Overall Design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swetha supriya</dc:creator>
  <cp:lastModifiedBy>swetha supriya</cp:lastModifiedBy>
  <cp:revision>1</cp:revision>
  <dcterms:created xsi:type="dcterms:W3CDTF">2026-03-21T04:57:34Z</dcterms:created>
  <dcterms:modified xsi:type="dcterms:W3CDTF">2026-03-21T05:36:00Z</dcterms:modified>
</cp:coreProperties>
</file>