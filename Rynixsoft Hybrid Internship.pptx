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4" r:id="rId4"/>
    <p:sldId id="265" r:id="rId5"/>
    <p:sldId id="260" r:id="rId6"/>
    <p:sldId id="258" r:id="rId7"/>
    <p:sldId id="259" r:id="rId8"/>
    <p:sldId id="261" r:id="rId9"/>
    <p:sldId id="262" r:id="rId10"/>
    <p:sldId id="263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A18417-E32A-4CBC-8658-85E391648B90}">
          <p14:sldIdLst>
            <p14:sldId id="256"/>
            <p14:sldId id="257"/>
            <p14:sldId id="264"/>
            <p14:sldId id="265"/>
            <p14:sldId id="260"/>
            <p14:sldId id="258"/>
            <p14:sldId id="259"/>
            <p14:sldId id="261"/>
            <p14:sldId id="262"/>
            <p14:sldId id="263"/>
            <p14:sldId id="266"/>
            <p14:sldId id="267"/>
          </p14:sldIdLst>
        </p14:section>
        <p14:section name="Untitled Section" id="{DE7BFE91-170A-4305-84D1-4CBE7633DF8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4337"/>
    <a:srgbClr val="D7AADE"/>
    <a:srgbClr val="5AC6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CABE3A-A29A-47E2-A059-C70FE7A17C67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E50B4C-9445-4C06-9E4B-DD9CB982F690}">
      <dgm:prSet phldrT="[Text]" phldr="0" custT="1"/>
      <dgm:spPr>
        <a:solidFill>
          <a:schemeClr val="accent2"/>
        </a:solidFill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Start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6190A7-4283-401D-AF70-1975425D5229}" type="parTrans" cxnId="{3CBB5140-9530-4714-9B05-CC7CA93961BE}">
      <dgm:prSet/>
      <dgm:spPr/>
      <dgm:t>
        <a:bodyPr/>
        <a:lstStyle/>
        <a:p>
          <a:endParaRPr lang="en-IN"/>
        </a:p>
      </dgm:t>
    </dgm:pt>
    <dgm:pt modelId="{D9A3EBC6-EEEA-4081-A341-76CFE235E9CF}" type="sibTrans" cxnId="{3CBB5140-9530-4714-9B05-CC7CA93961BE}">
      <dgm:prSet/>
      <dgm:spPr/>
      <dgm:t>
        <a:bodyPr/>
        <a:lstStyle/>
        <a:p>
          <a:endParaRPr lang="en-IN"/>
        </a:p>
      </dgm:t>
    </dgm:pt>
    <dgm:pt modelId="{25F396B0-B5D7-4C7E-882D-D51C1914BD38}">
      <dgm:prSet phldrT="[Text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Login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651895-E08C-4598-B17B-775F7BA6EB4C}" type="parTrans" cxnId="{058F203B-5855-455C-AD2C-D0E4C967B0AE}">
      <dgm:prSet/>
      <dgm:spPr/>
      <dgm:t>
        <a:bodyPr/>
        <a:lstStyle/>
        <a:p>
          <a:endParaRPr lang="en-IN"/>
        </a:p>
      </dgm:t>
    </dgm:pt>
    <dgm:pt modelId="{99812FDD-6A64-4A54-86AD-BBCC65545164}" type="sibTrans" cxnId="{058F203B-5855-455C-AD2C-D0E4C967B0AE}">
      <dgm:prSet/>
      <dgm:spPr/>
      <dgm:t>
        <a:bodyPr/>
        <a:lstStyle/>
        <a:p>
          <a:endParaRPr lang="en-IN"/>
        </a:p>
      </dgm:t>
    </dgm:pt>
    <dgm:pt modelId="{7077F46E-431C-446F-A74B-3AD38FCFE756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</dgm:t>
    </dgm:pt>
    <dgm:pt modelId="{A53EEE9E-458E-47DB-9DD6-EEBFB8394554}" type="parTrans" cxnId="{5499421B-2E1E-41AA-BD0C-73A6B7D52518}">
      <dgm:prSet/>
      <dgm:spPr/>
      <dgm:t>
        <a:bodyPr/>
        <a:lstStyle/>
        <a:p>
          <a:endParaRPr lang="en-IN"/>
        </a:p>
      </dgm:t>
    </dgm:pt>
    <dgm:pt modelId="{C1BD9DBF-49E0-4F29-ADA3-6571CCB8D299}" type="sibTrans" cxnId="{5499421B-2E1E-41AA-BD0C-73A6B7D52518}">
      <dgm:prSet/>
      <dgm:spPr/>
      <dgm:t>
        <a:bodyPr/>
        <a:lstStyle/>
        <a:p>
          <a:endParaRPr lang="en-IN"/>
        </a:p>
      </dgm:t>
    </dgm:pt>
    <dgm:pt modelId="{4806F27F-E707-4C1A-8118-B90931E1C6BD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View Internal Jobs</a:t>
          </a:r>
        </a:p>
      </dgm:t>
    </dgm:pt>
    <dgm:pt modelId="{01CB0324-F8EC-4C14-9346-06FD26AD12FF}" type="parTrans" cxnId="{03140889-A613-4951-842F-F005BFDAA690}">
      <dgm:prSet/>
      <dgm:spPr/>
      <dgm:t>
        <a:bodyPr/>
        <a:lstStyle/>
        <a:p>
          <a:endParaRPr lang="en-IN"/>
        </a:p>
      </dgm:t>
    </dgm:pt>
    <dgm:pt modelId="{C1E6BC2E-D1AF-4271-BA21-9777D0A42708}" type="sibTrans" cxnId="{03140889-A613-4951-842F-F005BFDAA690}">
      <dgm:prSet/>
      <dgm:spPr/>
      <dgm:t>
        <a:bodyPr/>
        <a:lstStyle/>
        <a:p>
          <a:endParaRPr lang="en-IN"/>
        </a:p>
      </dgm:t>
    </dgm:pt>
    <dgm:pt modelId="{DEBF8479-3E2A-4508-9142-2EF298DC325E}">
      <dgm:prSet phldrT="[Text]"/>
      <dgm:spPr>
        <a:solidFill>
          <a:srgbClr val="D7AADE"/>
        </a:solidFill>
      </dgm:spPr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Filter/Search</a:t>
          </a:r>
        </a:p>
      </dgm:t>
    </dgm:pt>
    <dgm:pt modelId="{A310EDD6-48CF-4381-B983-898D9DD39D40}" type="parTrans" cxnId="{E21C0933-6DA1-450E-BAEF-E495854CD387}">
      <dgm:prSet/>
      <dgm:spPr/>
      <dgm:t>
        <a:bodyPr/>
        <a:lstStyle/>
        <a:p>
          <a:endParaRPr lang="en-IN"/>
        </a:p>
      </dgm:t>
    </dgm:pt>
    <dgm:pt modelId="{118858CF-E132-42A8-B59E-3BEF0FA32459}" type="sibTrans" cxnId="{E21C0933-6DA1-450E-BAEF-E495854CD387}">
      <dgm:prSet/>
      <dgm:spPr/>
      <dgm:t>
        <a:bodyPr/>
        <a:lstStyle/>
        <a:p>
          <a:endParaRPr lang="en-IN"/>
        </a:p>
      </dgm:t>
    </dgm:pt>
    <dgm:pt modelId="{BD8CCF4F-2F23-4343-AB3C-BF74A748D3C1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Apply</a:t>
          </a:r>
        </a:p>
      </dgm:t>
    </dgm:pt>
    <dgm:pt modelId="{E1008D0C-C529-4B1E-B924-999D57C95237}" type="parTrans" cxnId="{DAF88672-5DC4-43A9-B4A4-826F17AD70BC}">
      <dgm:prSet/>
      <dgm:spPr/>
      <dgm:t>
        <a:bodyPr/>
        <a:lstStyle/>
        <a:p>
          <a:endParaRPr lang="en-IN"/>
        </a:p>
      </dgm:t>
    </dgm:pt>
    <dgm:pt modelId="{35FF521B-AC4A-4A9C-83E6-13F9A5183F96}" type="sibTrans" cxnId="{DAF88672-5DC4-43A9-B4A4-826F17AD70BC}">
      <dgm:prSet/>
      <dgm:spPr/>
      <dgm:t>
        <a:bodyPr/>
        <a:lstStyle/>
        <a:p>
          <a:endParaRPr lang="en-IN"/>
        </a:p>
      </dgm:t>
    </dgm:pt>
    <dgm:pt modelId="{CB6A62CF-2D1C-45A4-BF58-1DC502C151B3}">
      <dgm:prSet phldrT="[Text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Track Status</a:t>
          </a:r>
        </a:p>
      </dgm:t>
    </dgm:pt>
    <dgm:pt modelId="{6CEC043E-742E-437D-B2CF-37D66FD60A85}" type="parTrans" cxnId="{2ED8A0BD-41E4-460C-92EB-9BC5B5B2132F}">
      <dgm:prSet/>
      <dgm:spPr/>
      <dgm:t>
        <a:bodyPr/>
        <a:lstStyle/>
        <a:p>
          <a:endParaRPr lang="en-IN"/>
        </a:p>
      </dgm:t>
    </dgm:pt>
    <dgm:pt modelId="{3E4EA01B-93FD-46C1-A764-78FC9E0D0C53}" type="sibTrans" cxnId="{2ED8A0BD-41E4-460C-92EB-9BC5B5B2132F}">
      <dgm:prSet/>
      <dgm:spPr/>
      <dgm:t>
        <a:bodyPr/>
        <a:lstStyle/>
        <a:p>
          <a:endParaRPr lang="en-IN"/>
        </a:p>
      </dgm:t>
    </dgm:pt>
    <dgm:pt modelId="{A9617196-BB9B-42A3-B8B9-2A56DF54F67D}">
      <dgm:prSet phldrT="[Text]"/>
      <dgm:spPr/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Receive Notification</a:t>
          </a:r>
        </a:p>
      </dgm:t>
    </dgm:pt>
    <dgm:pt modelId="{C88AB08E-E27E-4D1F-839E-7B08D6CD7649}" type="parTrans" cxnId="{F4CFA28A-D8AC-4032-8C58-7A8643126ACB}">
      <dgm:prSet/>
      <dgm:spPr/>
      <dgm:t>
        <a:bodyPr/>
        <a:lstStyle/>
        <a:p>
          <a:endParaRPr lang="en-IN"/>
        </a:p>
      </dgm:t>
    </dgm:pt>
    <dgm:pt modelId="{8723563A-188A-4D52-958F-C5F6612D28D0}" type="sibTrans" cxnId="{F4CFA28A-D8AC-4032-8C58-7A8643126ACB}">
      <dgm:prSet/>
      <dgm:spPr/>
      <dgm:t>
        <a:bodyPr/>
        <a:lstStyle/>
        <a:p>
          <a:endParaRPr lang="en-IN"/>
        </a:p>
      </dgm:t>
    </dgm:pt>
    <dgm:pt modelId="{BD222627-345D-4191-9C03-5CF4A901994D}">
      <dgm:prSet phldrT="[Text]"/>
      <dgm:spPr>
        <a:solidFill>
          <a:schemeClr val="accent4"/>
        </a:solidFill>
      </dgm:spPr>
      <dgm:t>
        <a:bodyPr/>
        <a:lstStyle/>
        <a:p>
          <a:pPr>
            <a:buNone/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</a:p>
      </dgm:t>
    </dgm:pt>
    <dgm:pt modelId="{D37C92ED-7CEF-44FC-B44C-70954CA0D335}" type="parTrans" cxnId="{51A25F81-6066-484E-839F-E0393CC065D4}">
      <dgm:prSet/>
      <dgm:spPr/>
      <dgm:t>
        <a:bodyPr/>
        <a:lstStyle/>
        <a:p>
          <a:endParaRPr lang="en-IN"/>
        </a:p>
      </dgm:t>
    </dgm:pt>
    <dgm:pt modelId="{4405DD0B-B2C8-4225-8000-3A61AF85D26A}" type="sibTrans" cxnId="{51A25F81-6066-484E-839F-E0393CC065D4}">
      <dgm:prSet/>
      <dgm:spPr/>
      <dgm:t>
        <a:bodyPr/>
        <a:lstStyle/>
        <a:p>
          <a:endParaRPr lang="en-IN"/>
        </a:p>
      </dgm:t>
    </dgm:pt>
    <dgm:pt modelId="{127C4932-12B1-4D4C-A2C5-3CD62CEB7819}" type="pres">
      <dgm:prSet presAssocID="{6FCABE3A-A29A-47E2-A059-C70FE7A17C67}" presName="Name0" presStyleCnt="0">
        <dgm:presLayoutVars>
          <dgm:dir/>
          <dgm:resizeHandles/>
        </dgm:presLayoutVars>
      </dgm:prSet>
      <dgm:spPr/>
    </dgm:pt>
    <dgm:pt modelId="{AD5A7560-6113-4956-BDBA-81E3A437E1D9}" type="pres">
      <dgm:prSet presAssocID="{E8E50B4C-9445-4C06-9E4B-DD9CB982F690}" presName="compNode" presStyleCnt="0"/>
      <dgm:spPr/>
    </dgm:pt>
    <dgm:pt modelId="{1CAF89B3-FFAF-4952-9E45-E49663755C21}" type="pres">
      <dgm:prSet presAssocID="{E8E50B4C-9445-4C06-9E4B-DD9CB982F690}" presName="dummyConnPt" presStyleCnt="0"/>
      <dgm:spPr/>
    </dgm:pt>
    <dgm:pt modelId="{DAEC4034-49FB-4F2D-A4AE-CCE9049CEF2F}" type="pres">
      <dgm:prSet presAssocID="{E8E50B4C-9445-4C06-9E4B-DD9CB982F690}" presName="node" presStyleLbl="node1" presStyleIdx="0" presStyleCnt="9">
        <dgm:presLayoutVars>
          <dgm:bulletEnabled val="1"/>
        </dgm:presLayoutVars>
      </dgm:prSet>
      <dgm:spPr/>
    </dgm:pt>
    <dgm:pt modelId="{57EBD80C-9FFB-495E-9C59-BDF15B2C19F1}" type="pres">
      <dgm:prSet presAssocID="{D9A3EBC6-EEEA-4081-A341-76CFE235E9CF}" presName="sibTrans" presStyleLbl="bgSibTrans2D1" presStyleIdx="0" presStyleCnt="8"/>
      <dgm:spPr/>
    </dgm:pt>
    <dgm:pt modelId="{E5E76301-B552-467D-A7C5-7B9D45B4F854}" type="pres">
      <dgm:prSet presAssocID="{25F396B0-B5D7-4C7E-882D-D51C1914BD38}" presName="compNode" presStyleCnt="0"/>
      <dgm:spPr/>
    </dgm:pt>
    <dgm:pt modelId="{AE893B05-DB3B-4A2E-A02F-1FD4C394C8BF}" type="pres">
      <dgm:prSet presAssocID="{25F396B0-B5D7-4C7E-882D-D51C1914BD38}" presName="dummyConnPt" presStyleCnt="0"/>
      <dgm:spPr/>
    </dgm:pt>
    <dgm:pt modelId="{2580D100-2BA6-4AFB-B295-3C8C3D02DE8D}" type="pres">
      <dgm:prSet presAssocID="{25F396B0-B5D7-4C7E-882D-D51C1914BD38}" presName="node" presStyleLbl="node1" presStyleIdx="1" presStyleCnt="9">
        <dgm:presLayoutVars>
          <dgm:bulletEnabled val="1"/>
        </dgm:presLayoutVars>
      </dgm:prSet>
      <dgm:spPr/>
    </dgm:pt>
    <dgm:pt modelId="{F43453E5-533B-4B0B-AE65-57B211274D8A}" type="pres">
      <dgm:prSet presAssocID="{99812FDD-6A64-4A54-86AD-BBCC65545164}" presName="sibTrans" presStyleLbl="bgSibTrans2D1" presStyleIdx="1" presStyleCnt="8"/>
      <dgm:spPr/>
    </dgm:pt>
    <dgm:pt modelId="{F95EC8A3-2ED2-423F-8164-2545775FB1EF}" type="pres">
      <dgm:prSet presAssocID="{7077F46E-431C-446F-A74B-3AD38FCFE756}" presName="compNode" presStyleCnt="0"/>
      <dgm:spPr/>
    </dgm:pt>
    <dgm:pt modelId="{5CFD5731-47EB-405E-8B35-C72E3A64147E}" type="pres">
      <dgm:prSet presAssocID="{7077F46E-431C-446F-A74B-3AD38FCFE756}" presName="dummyConnPt" presStyleCnt="0"/>
      <dgm:spPr/>
    </dgm:pt>
    <dgm:pt modelId="{2B9F9844-7683-4C16-A02C-9130D44DE45D}" type="pres">
      <dgm:prSet presAssocID="{7077F46E-431C-446F-A74B-3AD38FCFE756}" presName="node" presStyleLbl="node1" presStyleIdx="2" presStyleCnt="9">
        <dgm:presLayoutVars>
          <dgm:bulletEnabled val="1"/>
        </dgm:presLayoutVars>
      </dgm:prSet>
      <dgm:spPr/>
    </dgm:pt>
    <dgm:pt modelId="{3D70C2F7-8A57-43E8-BC54-140B109004CF}" type="pres">
      <dgm:prSet presAssocID="{C1BD9DBF-49E0-4F29-ADA3-6571CCB8D299}" presName="sibTrans" presStyleLbl="bgSibTrans2D1" presStyleIdx="2" presStyleCnt="8"/>
      <dgm:spPr/>
    </dgm:pt>
    <dgm:pt modelId="{2915363C-9F88-4E71-935F-9A0D9C0B5E1E}" type="pres">
      <dgm:prSet presAssocID="{4806F27F-E707-4C1A-8118-B90931E1C6BD}" presName="compNode" presStyleCnt="0"/>
      <dgm:spPr/>
    </dgm:pt>
    <dgm:pt modelId="{38CCC1DD-E921-414B-885D-F0F8C321E6DB}" type="pres">
      <dgm:prSet presAssocID="{4806F27F-E707-4C1A-8118-B90931E1C6BD}" presName="dummyConnPt" presStyleCnt="0"/>
      <dgm:spPr/>
    </dgm:pt>
    <dgm:pt modelId="{0159D1F7-2524-4F70-AF57-4866DA1072E3}" type="pres">
      <dgm:prSet presAssocID="{4806F27F-E707-4C1A-8118-B90931E1C6BD}" presName="node" presStyleLbl="node1" presStyleIdx="3" presStyleCnt="9">
        <dgm:presLayoutVars>
          <dgm:bulletEnabled val="1"/>
        </dgm:presLayoutVars>
      </dgm:prSet>
      <dgm:spPr/>
    </dgm:pt>
    <dgm:pt modelId="{26F18DA1-8B5B-40F1-A932-8D43F924CDF4}" type="pres">
      <dgm:prSet presAssocID="{C1E6BC2E-D1AF-4271-BA21-9777D0A42708}" presName="sibTrans" presStyleLbl="bgSibTrans2D1" presStyleIdx="3" presStyleCnt="8"/>
      <dgm:spPr/>
    </dgm:pt>
    <dgm:pt modelId="{81598E98-BB54-4773-BF65-8CBA99162CE0}" type="pres">
      <dgm:prSet presAssocID="{DEBF8479-3E2A-4508-9142-2EF298DC325E}" presName="compNode" presStyleCnt="0"/>
      <dgm:spPr/>
    </dgm:pt>
    <dgm:pt modelId="{A2BF199C-A4B1-4ECF-B7B1-1850821DA0EC}" type="pres">
      <dgm:prSet presAssocID="{DEBF8479-3E2A-4508-9142-2EF298DC325E}" presName="dummyConnPt" presStyleCnt="0"/>
      <dgm:spPr/>
    </dgm:pt>
    <dgm:pt modelId="{DBA41AE2-1532-4F73-BAA9-D5AD6F3E894A}" type="pres">
      <dgm:prSet presAssocID="{DEBF8479-3E2A-4508-9142-2EF298DC325E}" presName="node" presStyleLbl="node1" presStyleIdx="4" presStyleCnt="9">
        <dgm:presLayoutVars>
          <dgm:bulletEnabled val="1"/>
        </dgm:presLayoutVars>
      </dgm:prSet>
      <dgm:spPr/>
    </dgm:pt>
    <dgm:pt modelId="{9529958A-A65C-4C37-B282-2B3296D55023}" type="pres">
      <dgm:prSet presAssocID="{118858CF-E132-42A8-B59E-3BEF0FA32459}" presName="sibTrans" presStyleLbl="bgSibTrans2D1" presStyleIdx="4" presStyleCnt="8"/>
      <dgm:spPr/>
    </dgm:pt>
    <dgm:pt modelId="{5CF45E90-0FC9-43C2-87DC-121D21AE4BFE}" type="pres">
      <dgm:prSet presAssocID="{BD8CCF4F-2F23-4343-AB3C-BF74A748D3C1}" presName="compNode" presStyleCnt="0"/>
      <dgm:spPr/>
    </dgm:pt>
    <dgm:pt modelId="{20A6B432-BEC7-4AD2-B13C-2B935B64DAFE}" type="pres">
      <dgm:prSet presAssocID="{BD8CCF4F-2F23-4343-AB3C-BF74A748D3C1}" presName="dummyConnPt" presStyleCnt="0"/>
      <dgm:spPr/>
    </dgm:pt>
    <dgm:pt modelId="{BE5AEC8F-417D-4E73-94B0-0AD45A4ACE60}" type="pres">
      <dgm:prSet presAssocID="{BD8CCF4F-2F23-4343-AB3C-BF74A748D3C1}" presName="node" presStyleLbl="node1" presStyleIdx="5" presStyleCnt="9">
        <dgm:presLayoutVars>
          <dgm:bulletEnabled val="1"/>
        </dgm:presLayoutVars>
      </dgm:prSet>
      <dgm:spPr/>
    </dgm:pt>
    <dgm:pt modelId="{026803EF-E03B-4D4C-8B16-F12A48BF34E7}" type="pres">
      <dgm:prSet presAssocID="{35FF521B-AC4A-4A9C-83E6-13F9A5183F96}" presName="sibTrans" presStyleLbl="bgSibTrans2D1" presStyleIdx="5" presStyleCnt="8"/>
      <dgm:spPr/>
    </dgm:pt>
    <dgm:pt modelId="{DFFC8859-9E70-4B90-9BD0-8DB013758123}" type="pres">
      <dgm:prSet presAssocID="{CB6A62CF-2D1C-45A4-BF58-1DC502C151B3}" presName="compNode" presStyleCnt="0"/>
      <dgm:spPr/>
    </dgm:pt>
    <dgm:pt modelId="{FA24C8A1-92BA-4A2A-861B-FFF12CDF366C}" type="pres">
      <dgm:prSet presAssocID="{CB6A62CF-2D1C-45A4-BF58-1DC502C151B3}" presName="dummyConnPt" presStyleCnt="0"/>
      <dgm:spPr/>
    </dgm:pt>
    <dgm:pt modelId="{D71B402A-3DD5-4DA7-A355-2C724E7E5267}" type="pres">
      <dgm:prSet presAssocID="{CB6A62CF-2D1C-45A4-BF58-1DC502C151B3}" presName="node" presStyleLbl="node1" presStyleIdx="6" presStyleCnt="9">
        <dgm:presLayoutVars>
          <dgm:bulletEnabled val="1"/>
        </dgm:presLayoutVars>
      </dgm:prSet>
      <dgm:spPr/>
    </dgm:pt>
    <dgm:pt modelId="{DECB33F5-6579-4DB4-9296-C342C7B75985}" type="pres">
      <dgm:prSet presAssocID="{3E4EA01B-93FD-46C1-A764-78FC9E0D0C53}" presName="sibTrans" presStyleLbl="bgSibTrans2D1" presStyleIdx="6" presStyleCnt="8"/>
      <dgm:spPr/>
    </dgm:pt>
    <dgm:pt modelId="{8E1F0033-E4A5-4FB1-ADB7-347188F24643}" type="pres">
      <dgm:prSet presAssocID="{A9617196-BB9B-42A3-B8B9-2A56DF54F67D}" presName="compNode" presStyleCnt="0"/>
      <dgm:spPr/>
    </dgm:pt>
    <dgm:pt modelId="{C2927582-D4F9-489D-939D-FB92AFB843BB}" type="pres">
      <dgm:prSet presAssocID="{A9617196-BB9B-42A3-B8B9-2A56DF54F67D}" presName="dummyConnPt" presStyleCnt="0"/>
      <dgm:spPr/>
    </dgm:pt>
    <dgm:pt modelId="{540E890E-A4DF-4975-8E7D-8107097F2B13}" type="pres">
      <dgm:prSet presAssocID="{A9617196-BB9B-42A3-B8B9-2A56DF54F67D}" presName="node" presStyleLbl="node1" presStyleIdx="7" presStyleCnt="9">
        <dgm:presLayoutVars>
          <dgm:bulletEnabled val="1"/>
        </dgm:presLayoutVars>
      </dgm:prSet>
      <dgm:spPr/>
    </dgm:pt>
    <dgm:pt modelId="{221465CD-FD2D-44D6-9CD3-8D376891092E}" type="pres">
      <dgm:prSet presAssocID="{8723563A-188A-4D52-958F-C5F6612D28D0}" presName="sibTrans" presStyleLbl="bgSibTrans2D1" presStyleIdx="7" presStyleCnt="8"/>
      <dgm:spPr/>
    </dgm:pt>
    <dgm:pt modelId="{E38BD641-0229-4FB1-AFBC-2CB255FF67B2}" type="pres">
      <dgm:prSet presAssocID="{BD222627-345D-4191-9C03-5CF4A901994D}" presName="compNode" presStyleCnt="0"/>
      <dgm:spPr/>
    </dgm:pt>
    <dgm:pt modelId="{0BFF16FF-9E0C-4171-8162-DC959A6FABDB}" type="pres">
      <dgm:prSet presAssocID="{BD222627-345D-4191-9C03-5CF4A901994D}" presName="dummyConnPt" presStyleCnt="0"/>
      <dgm:spPr/>
    </dgm:pt>
    <dgm:pt modelId="{FCC37DC1-730E-43F7-B7E4-2368967E7539}" type="pres">
      <dgm:prSet presAssocID="{BD222627-345D-4191-9C03-5CF4A901994D}" presName="node" presStyleLbl="node1" presStyleIdx="8" presStyleCnt="9">
        <dgm:presLayoutVars>
          <dgm:bulletEnabled val="1"/>
        </dgm:presLayoutVars>
      </dgm:prSet>
      <dgm:spPr/>
    </dgm:pt>
  </dgm:ptLst>
  <dgm:cxnLst>
    <dgm:cxn modelId="{387AD40B-5218-4865-BDDF-EF0E190551F4}" type="presOf" srcId="{BD222627-345D-4191-9C03-5CF4A901994D}" destId="{FCC37DC1-730E-43F7-B7E4-2368967E7539}" srcOrd="0" destOrd="0" presId="urn:microsoft.com/office/officeart/2005/8/layout/bProcess4"/>
    <dgm:cxn modelId="{CCC08012-36B7-40E9-850E-7E9662C8A54F}" type="presOf" srcId="{BD8CCF4F-2F23-4343-AB3C-BF74A748D3C1}" destId="{BE5AEC8F-417D-4E73-94B0-0AD45A4ACE60}" srcOrd="0" destOrd="0" presId="urn:microsoft.com/office/officeart/2005/8/layout/bProcess4"/>
    <dgm:cxn modelId="{5499421B-2E1E-41AA-BD0C-73A6B7D52518}" srcId="{6FCABE3A-A29A-47E2-A059-C70FE7A17C67}" destId="{7077F46E-431C-446F-A74B-3AD38FCFE756}" srcOrd="2" destOrd="0" parTransId="{A53EEE9E-458E-47DB-9DD6-EEBFB8394554}" sibTransId="{C1BD9DBF-49E0-4F29-ADA3-6571CCB8D299}"/>
    <dgm:cxn modelId="{107D9620-48DC-4CBD-8494-95D3C03C8B19}" type="presOf" srcId="{35FF521B-AC4A-4A9C-83E6-13F9A5183F96}" destId="{026803EF-E03B-4D4C-8B16-F12A48BF34E7}" srcOrd="0" destOrd="0" presId="urn:microsoft.com/office/officeart/2005/8/layout/bProcess4"/>
    <dgm:cxn modelId="{50F76322-9ED4-440F-B0AA-639851570096}" type="presOf" srcId="{99812FDD-6A64-4A54-86AD-BBCC65545164}" destId="{F43453E5-533B-4B0B-AE65-57B211274D8A}" srcOrd="0" destOrd="0" presId="urn:microsoft.com/office/officeart/2005/8/layout/bProcess4"/>
    <dgm:cxn modelId="{0E97EC2A-BC3E-4ECC-AC1B-FBC2CB03E4C5}" type="presOf" srcId="{E8E50B4C-9445-4C06-9E4B-DD9CB982F690}" destId="{DAEC4034-49FB-4F2D-A4AE-CCE9049CEF2F}" srcOrd="0" destOrd="0" presId="urn:microsoft.com/office/officeart/2005/8/layout/bProcess4"/>
    <dgm:cxn modelId="{21092232-1829-42CB-838A-B071A63E5904}" type="presOf" srcId="{25F396B0-B5D7-4C7E-882D-D51C1914BD38}" destId="{2580D100-2BA6-4AFB-B295-3C8C3D02DE8D}" srcOrd="0" destOrd="0" presId="urn:microsoft.com/office/officeart/2005/8/layout/bProcess4"/>
    <dgm:cxn modelId="{E21C0933-6DA1-450E-BAEF-E495854CD387}" srcId="{6FCABE3A-A29A-47E2-A059-C70FE7A17C67}" destId="{DEBF8479-3E2A-4508-9142-2EF298DC325E}" srcOrd="4" destOrd="0" parTransId="{A310EDD6-48CF-4381-B983-898D9DD39D40}" sibTransId="{118858CF-E132-42A8-B59E-3BEF0FA32459}"/>
    <dgm:cxn modelId="{43CAB634-9AE9-4DBF-AE39-510949B1D72F}" type="presOf" srcId="{8723563A-188A-4D52-958F-C5F6612D28D0}" destId="{221465CD-FD2D-44D6-9CD3-8D376891092E}" srcOrd="0" destOrd="0" presId="urn:microsoft.com/office/officeart/2005/8/layout/bProcess4"/>
    <dgm:cxn modelId="{058F203B-5855-455C-AD2C-D0E4C967B0AE}" srcId="{6FCABE3A-A29A-47E2-A059-C70FE7A17C67}" destId="{25F396B0-B5D7-4C7E-882D-D51C1914BD38}" srcOrd="1" destOrd="0" parTransId="{44651895-E08C-4598-B17B-775F7BA6EB4C}" sibTransId="{99812FDD-6A64-4A54-86AD-BBCC65545164}"/>
    <dgm:cxn modelId="{3CBB5140-9530-4714-9B05-CC7CA93961BE}" srcId="{6FCABE3A-A29A-47E2-A059-C70FE7A17C67}" destId="{E8E50B4C-9445-4C06-9E4B-DD9CB982F690}" srcOrd="0" destOrd="0" parTransId="{756190A7-4283-401D-AF70-1975425D5229}" sibTransId="{D9A3EBC6-EEEA-4081-A341-76CFE235E9CF}"/>
    <dgm:cxn modelId="{DAF88672-5DC4-43A9-B4A4-826F17AD70BC}" srcId="{6FCABE3A-A29A-47E2-A059-C70FE7A17C67}" destId="{BD8CCF4F-2F23-4343-AB3C-BF74A748D3C1}" srcOrd="5" destOrd="0" parTransId="{E1008D0C-C529-4B1E-B924-999D57C95237}" sibTransId="{35FF521B-AC4A-4A9C-83E6-13F9A5183F96}"/>
    <dgm:cxn modelId="{2FE20E78-D735-4B6B-9BCF-6C939DB629A2}" type="presOf" srcId="{7077F46E-431C-446F-A74B-3AD38FCFE756}" destId="{2B9F9844-7683-4C16-A02C-9130D44DE45D}" srcOrd="0" destOrd="0" presId="urn:microsoft.com/office/officeart/2005/8/layout/bProcess4"/>
    <dgm:cxn modelId="{51A25F81-6066-484E-839F-E0393CC065D4}" srcId="{6FCABE3A-A29A-47E2-A059-C70FE7A17C67}" destId="{BD222627-345D-4191-9C03-5CF4A901994D}" srcOrd="8" destOrd="0" parTransId="{D37C92ED-7CEF-44FC-B44C-70954CA0D335}" sibTransId="{4405DD0B-B2C8-4225-8000-3A61AF85D26A}"/>
    <dgm:cxn modelId="{19288284-307A-48A6-9AC2-BC606F8C781D}" type="presOf" srcId="{4806F27F-E707-4C1A-8118-B90931E1C6BD}" destId="{0159D1F7-2524-4F70-AF57-4866DA1072E3}" srcOrd="0" destOrd="0" presId="urn:microsoft.com/office/officeart/2005/8/layout/bProcess4"/>
    <dgm:cxn modelId="{03140889-A613-4951-842F-F005BFDAA690}" srcId="{6FCABE3A-A29A-47E2-A059-C70FE7A17C67}" destId="{4806F27F-E707-4C1A-8118-B90931E1C6BD}" srcOrd="3" destOrd="0" parTransId="{01CB0324-F8EC-4C14-9346-06FD26AD12FF}" sibTransId="{C1E6BC2E-D1AF-4271-BA21-9777D0A42708}"/>
    <dgm:cxn modelId="{F4CFA28A-D8AC-4032-8C58-7A8643126ACB}" srcId="{6FCABE3A-A29A-47E2-A059-C70FE7A17C67}" destId="{A9617196-BB9B-42A3-B8B9-2A56DF54F67D}" srcOrd="7" destOrd="0" parTransId="{C88AB08E-E27E-4D1F-839E-7B08D6CD7649}" sibTransId="{8723563A-188A-4D52-958F-C5F6612D28D0}"/>
    <dgm:cxn modelId="{5FD0168E-E067-4546-88E9-6EB9BB1F79B1}" type="presOf" srcId="{C1E6BC2E-D1AF-4271-BA21-9777D0A42708}" destId="{26F18DA1-8B5B-40F1-A932-8D43F924CDF4}" srcOrd="0" destOrd="0" presId="urn:microsoft.com/office/officeart/2005/8/layout/bProcess4"/>
    <dgm:cxn modelId="{AB2AF4A6-CDDD-400A-979C-C6E3D5D744DD}" type="presOf" srcId="{6FCABE3A-A29A-47E2-A059-C70FE7A17C67}" destId="{127C4932-12B1-4D4C-A2C5-3CD62CEB7819}" srcOrd="0" destOrd="0" presId="urn:microsoft.com/office/officeart/2005/8/layout/bProcess4"/>
    <dgm:cxn modelId="{214FAEB8-01FB-4C30-B7D7-4B75531B200E}" type="presOf" srcId="{C1BD9DBF-49E0-4F29-ADA3-6571CCB8D299}" destId="{3D70C2F7-8A57-43E8-BC54-140B109004CF}" srcOrd="0" destOrd="0" presId="urn:microsoft.com/office/officeart/2005/8/layout/bProcess4"/>
    <dgm:cxn modelId="{2ED8A0BD-41E4-460C-92EB-9BC5B5B2132F}" srcId="{6FCABE3A-A29A-47E2-A059-C70FE7A17C67}" destId="{CB6A62CF-2D1C-45A4-BF58-1DC502C151B3}" srcOrd="6" destOrd="0" parTransId="{6CEC043E-742E-437D-B2CF-37D66FD60A85}" sibTransId="{3E4EA01B-93FD-46C1-A764-78FC9E0D0C53}"/>
    <dgm:cxn modelId="{BACC9AC8-522B-406A-81CF-6C69A1B915B3}" type="presOf" srcId="{D9A3EBC6-EEEA-4081-A341-76CFE235E9CF}" destId="{57EBD80C-9FFB-495E-9C59-BDF15B2C19F1}" srcOrd="0" destOrd="0" presId="urn:microsoft.com/office/officeart/2005/8/layout/bProcess4"/>
    <dgm:cxn modelId="{A0ADDFD1-E4A3-4A7A-91EF-6D3C62509FA5}" type="presOf" srcId="{118858CF-E132-42A8-B59E-3BEF0FA32459}" destId="{9529958A-A65C-4C37-B282-2B3296D55023}" srcOrd="0" destOrd="0" presId="urn:microsoft.com/office/officeart/2005/8/layout/bProcess4"/>
    <dgm:cxn modelId="{96687CD9-354B-40DC-BA3D-5A045812D930}" type="presOf" srcId="{CB6A62CF-2D1C-45A4-BF58-1DC502C151B3}" destId="{D71B402A-3DD5-4DA7-A355-2C724E7E5267}" srcOrd="0" destOrd="0" presId="urn:microsoft.com/office/officeart/2005/8/layout/bProcess4"/>
    <dgm:cxn modelId="{EF09A3E1-F963-49C6-BC69-9953DB40AA4F}" type="presOf" srcId="{A9617196-BB9B-42A3-B8B9-2A56DF54F67D}" destId="{540E890E-A4DF-4975-8E7D-8107097F2B13}" srcOrd="0" destOrd="0" presId="urn:microsoft.com/office/officeart/2005/8/layout/bProcess4"/>
    <dgm:cxn modelId="{678F03E8-B2ED-42C8-848E-3A53EFC653DF}" type="presOf" srcId="{DEBF8479-3E2A-4508-9142-2EF298DC325E}" destId="{DBA41AE2-1532-4F73-BAA9-D5AD6F3E894A}" srcOrd="0" destOrd="0" presId="urn:microsoft.com/office/officeart/2005/8/layout/bProcess4"/>
    <dgm:cxn modelId="{CB520AF3-AF8D-4058-A22F-EF7CDABC22B2}" type="presOf" srcId="{3E4EA01B-93FD-46C1-A764-78FC9E0D0C53}" destId="{DECB33F5-6579-4DB4-9296-C342C7B75985}" srcOrd="0" destOrd="0" presId="urn:microsoft.com/office/officeart/2005/8/layout/bProcess4"/>
    <dgm:cxn modelId="{D279FEC1-F042-4FB5-B3FD-189D87D1C0AE}" type="presParOf" srcId="{127C4932-12B1-4D4C-A2C5-3CD62CEB7819}" destId="{AD5A7560-6113-4956-BDBA-81E3A437E1D9}" srcOrd="0" destOrd="0" presId="urn:microsoft.com/office/officeart/2005/8/layout/bProcess4"/>
    <dgm:cxn modelId="{79158848-AA78-45F9-95F2-3CEFFA0A75E2}" type="presParOf" srcId="{AD5A7560-6113-4956-BDBA-81E3A437E1D9}" destId="{1CAF89B3-FFAF-4952-9E45-E49663755C21}" srcOrd="0" destOrd="0" presId="urn:microsoft.com/office/officeart/2005/8/layout/bProcess4"/>
    <dgm:cxn modelId="{D2BCE1EF-D2F8-470A-8D9D-09D1B8639D6D}" type="presParOf" srcId="{AD5A7560-6113-4956-BDBA-81E3A437E1D9}" destId="{DAEC4034-49FB-4F2D-A4AE-CCE9049CEF2F}" srcOrd="1" destOrd="0" presId="urn:microsoft.com/office/officeart/2005/8/layout/bProcess4"/>
    <dgm:cxn modelId="{39777540-2B8B-43F9-8D98-88006CC12D65}" type="presParOf" srcId="{127C4932-12B1-4D4C-A2C5-3CD62CEB7819}" destId="{57EBD80C-9FFB-495E-9C59-BDF15B2C19F1}" srcOrd="1" destOrd="0" presId="urn:microsoft.com/office/officeart/2005/8/layout/bProcess4"/>
    <dgm:cxn modelId="{938BDEFC-6922-4A9F-B2E0-8CE5CDD6224B}" type="presParOf" srcId="{127C4932-12B1-4D4C-A2C5-3CD62CEB7819}" destId="{E5E76301-B552-467D-A7C5-7B9D45B4F854}" srcOrd="2" destOrd="0" presId="urn:microsoft.com/office/officeart/2005/8/layout/bProcess4"/>
    <dgm:cxn modelId="{AE1ABAF4-9947-4BAA-8655-117E63707612}" type="presParOf" srcId="{E5E76301-B552-467D-A7C5-7B9D45B4F854}" destId="{AE893B05-DB3B-4A2E-A02F-1FD4C394C8BF}" srcOrd="0" destOrd="0" presId="urn:microsoft.com/office/officeart/2005/8/layout/bProcess4"/>
    <dgm:cxn modelId="{587BD09A-A134-48A8-A1BA-CDDF1E7B0667}" type="presParOf" srcId="{E5E76301-B552-467D-A7C5-7B9D45B4F854}" destId="{2580D100-2BA6-4AFB-B295-3C8C3D02DE8D}" srcOrd="1" destOrd="0" presId="urn:microsoft.com/office/officeart/2005/8/layout/bProcess4"/>
    <dgm:cxn modelId="{64A0B37D-E7C4-4650-9A67-EF60120D6E6A}" type="presParOf" srcId="{127C4932-12B1-4D4C-A2C5-3CD62CEB7819}" destId="{F43453E5-533B-4B0B-AE65-57B211274D8A}" srcOrd="3" destOrd="0" presId="urn:microsoft.com/office/officeart/2005/8/layout/bProcess4"/>
    <dgm:cxn modelId="{C4EE91ED-A7C8-40A6-A88C-748773AC84FF}" type="presParOf" srcId="{127C4932-12B1-4D4C-A2C5-3CD62CEB7819}" destId="{F95EC8A3-2ED2-423F-8164-2545775FB1EF}" srcOrd="4" destOrd="0" presId="urn:microsoft.com/office/officeart/2005/8/layout/bProcess4"/>
    <dgm:cxn modelId="{51ED96FA-C5A6-4E76-B97E-DCEE148540EB}" type="presParOf" srcId="{F95EC8A3-2ED2-423F-8164-2545775FB1EF}" destId="{5CFD5731-47EB-405E-8B35-C72E3A64147E}" srcOrd="0" destOrd="0" presId="urn:microsoft.com/office/officeart/2005/8/layout/bProcess4"/>
    <dgm:cxn modelId="{E72D784C-E75E-4491-883E-0E581C6847F0}" type="presParOf" srcId="{F95EC8A3-2ED2-423F-8164-2545775FB1EF}" destId="{2B9F9844-7683-4C16-A02C-9130D44DE45D}" srcOrd="1" destOrd="0" presId="urn:microsoft.com/office/officeart/2005/8/layout/bProcess4"/>
    <dgm:cxn modelId="{76CEF4D8-E57B-4C64-B110-55129DE2BED1}" type="presParOf" srcId="{127C4932-12B1-4D4C-A2C5-3CD62CEB7819}" destId="{3D70C2F7-8A57-43E8-BC54-140B109004CF}" srcOrd="5" destOrd="0" presId="urn:microsoft.com/office/officeart/2005/8/layout/bProcess4"/>
    <dgm:cxn modelId="{726F72C6-416C-4819-8C9D-F50B72060F8B}" type="presParOf" srcId="{127C4932-12B1-4D4C-A2C5-3CD62CEB7819}" destId="{2915363C-9F88-4E71-935F-9A0D9C0B5E1E}" srcOrd="6" destOrd="0" presId="urn:microsoft.com/office/officeart/2005/8/layout/bProcess4"/>
    <dgm:cxn modelId="{18E3EF11-43D3-4D49-868C-A768E2E262E5}" type="presParOf" srcId="{2915363C-9F88-4E71-935F-9A0D9C0B5E1E}" destId="{38CCC1DD-E921-414B-885D-F0F8C321E6DB}" srcOrd="0" destOrd="0" presId="urn:microsoft.com/office/officeart/2005/8/layout/bProcess4"/>
    <dgm:cxn modelId="{C3C6A940-B94E-4B79-A975-2B117DE2994C}" type="presParOf" srcId="{2915363C-9F88-4E71-935F-9A0D9C0B5E1E}" destId="{0159D1F7-2524-4F70-AF57-4866DA1072E3}" srcOrd="1" destOrd="0" presId="urn:microsoft.com/office/officeart/2005/8/layout/bProcess4"/>
    <dgm:cxn modelId="{B1F53D71-26CE-4A3B-A9CA-7033B98306A1}" type="presParOf" srcId="{127C4932-12B1-4D4C-A2C5-3CD62CEB7819}" destId="{26F18DA1-8B5B-40F1-A932-8D43F924CDF4}" srcOrd="7" destOrd="0" presId="urn:microsoft.com/office/officeart/2005/8/layout/bProcess4"/>
    <dgm:cxn modelId="{6CDB1A70-25EB-44A3-8A26-DC28EA8D0267}" type="presParOf" srcId="{127C4932-12B1-4D4C-A2C5-3CD62CEB7819}" destId="{81598E98-BB54-4773-BF65-8CBA99162CE0}" srcOrd="8" destOrd="0" presId="urn:microsoft.com/office/officeart/2005/8/layout/bProcess4"/>
    <dgm:cxn modelId="{A5E1AC7B-199C-426B-9B0F-4E49FEB0A40C}" type="presParOf" srcId="{81598E98-BB54-4773-BF65-8CBA99162CE0}" destId="{A2BF199C-A4B1-4ECF-B7B1-1850821DA0EC}" srcOrd="0" destOrd="0" presId="urn:microsoft.com/office/officeart/2005/8/layout/bProcess4"/>
    <dgm:cxn modelId="{1A8F3452-AB21-42A9-A80E-CA83068AED8C}" type="presParOf" srcId="{81598E98-BB54-4773-BF65-8CBA99162CE0}" destId="{DBA41AE2-1532-4F73-BAA9-D5AD6F3E894A}" srcOrd="1" destOrd="0" presId="urn:microsoft.com/office/officeart/2005/8/layout/bProcess4"/>
    <dgm:cxn modelId="{8CBE889F-7418-470A-8CF5-9C81227E48F1}" type="presParOf" srcId="{127C4932-12B1-4D4C-A2C5-3CD62CEB7819}" destId="{9529958A-A65C-4C37-B282-2B3296D55023}" srcOrd="9" destOrd="0" presId="urn:microsoft.com/office/officeart/2005/8/layout/bProcess4"/>
    <dgm:cxn modelId="{BD2FA2B1-069B-44C5-B3C6-D6D36537FDCC}" type="presParOf" srcId="{127C4932-12B1-4D4C-A2C5-3CD62CEB7819}" destId="{5CF45E90-0FC9-43C2-87DC-121D21AE4BFE}" srcOrd="10" destOrd="0" presId="urn:microsoft.com/office/officeart/2005/8/layout/bProcess4"/>
    <dgm:cxn modelId="{CD007F7D-BDC8-4195-B14C-0EEFDAC2FDAC}" type="presParOf" srcId="{5CF45E90-0FC9-43C2-87DC-121D21AE4BFE}" destId="{20A6B432-BEC7-4AD2-B13C-2B935B64DAFE}" srcOrd="0" destOrd="0" presId="urn:microsoft.com/office/officeart/2005/8/layout/bProcess4"/>
    <dgm:cxn modelId="{CD17654E-4FC2-47F0-9BAD-EE4CE8A58E2A}" type="presParOf" srcId="{5CF45E90-0FC9-43C2-87DC-121D21AE4BFE}" destId="{BE5AEC8F-417D-4E73-94B0-0AD45A4ACE60}" srcOrd="1" destOrd="0" presId="urn:microsoft.com/office/officeart/2005/8/layout/bProcess4"/>
    <dgm:cxn modelId="{045844DC-660E-47FF-87B4-FF077FE291DF}" type="presParOf" srcId="{127C4932-12B1-4D4C-A2C5-3CD62CEB7819}" destId="{026803EF-E03B-4D4C-8B16-F12A48BF34E7}" srcOrd="11" destOrd="0" presId="urn:microsoft.com/office/officeart/2005/8/layout/bProcess4"/>
    <dgm:cxn modelId="{8684E773-7AE8-4329-B281-0CBAEBAA429F}" type="presParOf" srcId="{127C4932-12B1-4D4C-A2C5-3CD62CEB7819}" destId="{DFFC8859-9E70-4B90-9BD0-8DB013758123}" srcOrd="12" destOrd="0" presId="urn:microsoft.com/office/officeart/2005/8/layout/bProcess4"/>
    <dgm:cxn modelId="{D703241B-F426-4FF9-BC5D-F1EDE77D0F32}" type="presParOf" srcId="{DFFC8859-9E70-4B90-9BD0-8DB013758123}" destId="{FA24C8A1-92BA-4A2A-861B-FFF12CDF366C}" srcOrd="0" destOrd="0" presId="urn:microsoft.com/office/officeart/2005/8/layout/bProcess4"/>
    <dgm:cxn modelId="{E5A7E0EB-B1FF-4E23-8F13-A5FBBE31E7E5}" type="presParOf" srcId="{DFFC8859-9E70-4B90-9BD0-8DB013758123}" destId="{D71B402A-3DD5-4DA7-A355-2C724E7E5267}" srcOrd="1" destOrd="0" presId="urn:microsoft.com/office/officeart/2005/8/layout/bProcess4"/>
    <dgm:cxn modelId="{26792882-99EE-458C-B287-B1C99E66B8C0}" type="presParOf" srcId="{127C4932-12B1-4D4C-A2C5-3CD62CEB7819}" destId="{DECB33F5-6579-4DB4-9296-C342C7B75985}" srcOrd="13" destOrd="0" presId="urn:microsoft.com/office/officeart/2005/8/layout/bProcess4"/>
    <dgm:cxn modelId="{20828A83-EAEE-454F-9FA2-E5929AB9F5CC}" type="presParOf" srcId="{127C4932-12B1-4D4C-A2C5-3CD62CEB7819}" destId="{8E1F0033-E4A5-4FB1-ADB7-347188F24643}" srcOrd="14" destOrd="0" presId="urn:microsoft.com/office/officeart/2005/8/layout/bProcess4"/>
    <dgm:cxn modelId="{BDDE056C-7879-4848-9D79-C28C924B733A}" type="presParOf" srcId="{8E1F0033-E4A5-4FB1-ADB7-347188F24643}" destId="{C2927582-D4F9-489D-939D-FB92AFB843BB}" srcOrd="0" destOrd="0" presId="urn:microsoft.com/office/officeart/2005/8/layout/bProcess4"/>
    <dgm:cxn modelId="{3876FCBD-29A6-4773-804E-591F28CF6310}" type="presParOf" srcId="{8E1F0033-E4A5-4FB1-ADB7-347188F24643}" destId="{540E890E-A4DF-4975-8E7D-8107097F2B13}" srcOrd="1" destOrd="0" presId="urn:microsoft.com/office/officeart/2005/8/layout/bProcess4"/>
    <dgm:cxn modelId="{A43B97EA-5CCC-4AC4-A096-3BFA6E777B15}" type="presParOf" srcId="{127C4932-12B1-4D4C-A2C5-3CD62CEB7819}" destId="{221465CD-FD2D-44D6-9CD3-8D376891092E}" srcOrd="15" destOrd="0" presId="urn:microsoft.com/office/officeart/2005/8/layout/bProcess4"/>
    <dgm:cxn modelId="{E163DE82-C519-4A22-AAD7-528BDC5B4FC4}" type="presParOf" srcId="{127C4932-12B1-4D4C-A2C5-3CD62CEB7819}" destId="{E38BD641-0229-4FB1-AFBC-2CB255FF67B2}" srcOrd="16" destOrd="0" presId="urn:microsoft.com/office/officeart/2005/8/layout/bProcess4"/>
    <dgm:cxn modelId="{DA928063-7D99-41E4-A4CF-0D4410D348AF}" type="presParOf" srcId="{E38BD641-0229-4FB1-AFBC-2CB255FF67B2}" destId="{0BFF16FF-9E0C-4171-8162-DC959A6FABDB}" srcOrd="0" destOrd="0" presId="urn:microsoft.com/office/officeart/2005/8/layout/bProcess4"/>
    <dgm:cxn modelId="{65F78E48-14DB-4490-906C-CF422F98954F}" type="presParOf" srcId="{E38BD641-0229-4FB1-AFBC-2CB255FF67B2}" destId="{FCC37DC1-730E-43F7-B7E4-2368967E753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30C1E1-98CC-47C8-95CE-843FA9A74682}" type="doc">
      <dgm:prSet loTypeId="urn:microsoft.com/office/officeart/2005/8/layout/b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090A2F9-F257-49BA-90AD-F578A29F13CA}">
      <dgm:prSet phldrT="[Text]" phldr="0"/>
      <dgm:spPr>
        <a:solidFill>
          <a:srgbClr val="E54337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Start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9FD14F-DA62-46B9-9F80-B2EF9EEBD785}" type="parTrans" cxnId="{B2851680-8D17-48E2-977E-68BEA35D60BB}">
      <dgm:prSet/>
      <dgm:spPr/>
      <dgm:t>
        <a:bodyPr/>
        <a:lstStyle/>
        <a:p>
          <a:endParaRPr lang="en-IN"/>
        </a:p>
      </dgm:t>
    </dgm:pt>
    <dgm:pt modelId="{F174CF0C-D611-4E28-95F2-612F21143E00}" type="sibTrans" cxnId="{B2851680-8D17-48E2-977E-68BEA35D60BB}">
      <dgm:prSet/>
      <dgm:spPr/>
      <dgm:t>
        <a:bodyPr/>
        <a:lstStyle/>
        <a:p>
          <a:endParaRPr lang="en-IN"/>
        </a:p>
      </dgm:t>
    </dgm:pt>
    <dgm:pt modelId="{FA5A538C-B659-4CC7-8349-E02304D77CEB}">
      <dgm:prSet phldrT="[Text]" custT="1"/>
      <dgm:spPr>
        <a:solidFill>
          <a:schemeClr val="accent1"/>
        </a:solidFill>
      </dgm:spPr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Login</a:t>
          </a:r>
          <a:endParaRPr lang="en-IN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1F3D17-3667-4263-B8E4-1C672BDA1D00}" type="parTrans" cxnId="{A1CE126F-87B4-421D-BD8D-34348DBDFF70}">
      <dgm:prSet/>
      <dgm:spPr/>
      <dgm:t>
        <a:bodyPr/>
        <a:lstStyle/>
        <a:p>
          <a:endParaRPr lang="en-IN"/>
        </a:p>
      </dgm:t>
    </dgm:pt>
    <dgm:pt modelId="{58098D23-6879-4C00-A1B5-46F2881457F2}" type="sibTrans" cxnId="{A1CE126F-87B4-421D-BD8D-34348DBDFF70}">
      <dgm:prSet/>
      <dgm:spPr/>
      <dgm:t>
        <a:bodyPr/>
        <a:lstStyle/>
        <a:p>
          <a:endParaRPr lang="en-IN"/>
        </a:p>
      </dgm:t>
    </dgm:pt>
    <dgm:pt modelId="{38481524-239C-453A-AFFB-DA98B5A014D0}">
      <dgm:prSet phldrT="[Text]"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View Skill </a:t>
          </a: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Matrix</a:t>
          </a:r>
          <a:endParaRPr lang="en-IN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3F8707-7962-4ECD-8609-9A4D1C61993B}" type="parTrans" cxnId="{3C60040F-33B5-406A-B475-1FEF18AC897C}">
      <dgm:prSet/>
      <dgm:spPr/>
      <dgm:t>
        <a:bodyPr/>
        <a:lstStyle/>
        <a:p>
          <a:endParaRPr lang="en-IN"/>
        </a:p>
      </dgm:t>
    </dgm:pt>
    <dgm:pt modelId="{17129298-DD41-4251-A4EC-6808C947CD8C}" type="sibTrans" cxnId="{3C60040F-33B5-406A-B475-1FEF18AC897C}">
      <dgm:prSet/>
      <dgm:spPr/>
      <dgm:t>
        <a:bodyPr/>
        <a:lstStyle/>
        <a:p>
          <a:endParaRPr lang="en-IN"/>
        </a:p>
      </dgm:t>
    </dgm:pt>
    <dgm:pt modelId="{96D6D642-3B5E-4DA8-A644-3C485878B255}">
      <dgm:prSet phldrT="[Text]" custT="1"/>
      <dgm:spPr/>
      <dgm:t>
        <a:bodyPr/>
        <a:lstStyle/>
        <a:p>
          <a:pPr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Access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E5A77B-7C9F-4120-AE18-484C45F6727F}" type="parTrans" cxnId="{B39B0A20-54AE-4AD0-8179-B00B874778EE}">
      <dgm:prSet/>
      <dgm:spPr/>
      <dgm:t>
        <a:bodyPr/>
        <a:lstStyle/>
        <a:p>
          <a:endParaRPr lang="en-IN"/>
        </a:p>
      </dgm:t>
    </dgm:pt>
    <dgm:pt modelId="{C25B7C1F-6C4A-4624-8146-51D81C3B746B}" type="sibTrans" cxnId="{B39B0A20-54AE-4AD0-8179-B00B874778EE}">
      <dgm:prSet/>
      <dgm:spPr/>
      <dgm:t>
        <a:bodyPr/>
        <a:lstStyle/>
        <a:p>
          <a:endParaRPr lang="en-IN"/>
        </a:p>
      </dgm:t>
    </dgm:pt>
    <dgm:pt modelId="{936DFFFD-0506-4649-8BF4-E91773C4E156}">
      <dgm:prSet phldrT="[Text]" custT="1"/>
      <dgm:spPr>
        <a:solidFill>
          <a:schemeClr val="accent1"/>
        </a:solidFill>
        <a:ln>
          <a:solidFill>
            <a:schemeClr val="bg1"/>
          </a:solidFill>
        </a:ln>
      </dgm:spPr>
      <dgm:t>
        <a:bodyPr/>
        <a:lstStyle/>
        <a:p>
          <a:pPr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Analyse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6E2B20-0C51-42F1-B3DD-D6428D9C0001}" type="parTrans" cxnId="{A8B495D6-5BC1-48F4-955E-01075C1BE3A5}">
      <dgm:prSet/>
      <dgm:spPr/>
      <dgm:t>
        <a:bodyPr/>
        <a:lstStyle/>
        <a:p>
          <a:endParaRPr lang="en-IN"/>
        </a:p>
      </dgm:t>
    </dgm:pt>
    <dgm:pt modelId="{D3A673F9-1887-40C1-8C1B-AD88AED0DD6F}" type="sibTrans" cxnId="{A8B495D6-5BC1-48F4-955E-01075C1BE3A5}">
      <dgm:prSet/>
      <dgm:spPr/>
      <dgm:t>
        <a:bodyPr/>
        <a:lstStyle/>
        <a:p>
          <a:endParaRPr lang="en-IN"/>
        </a:p>
      </dgm:t>
    </dgm:pt>
    <dgm:pt modelId="{79F3D297-AE0D-4B0C-9C62-66BCB94B6BC6}">
      <dgm:prSet phldrT="[Text]" custT="1"/>
      <dgm:spPr/>
      <dgm:t>
        <a:bodyPr/>
        <a:lstStyle/>
        <a:p>
          <a:pPr>
            <a:buNone/>
          </a:pP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Report</a:t>
          </a:r>
        </a:p>
      </dgm:t>
    </dgm:pt>
    <dgm:pt modelId="{501CD737-D626-4A44-9741-DB85507A3FCF}" type="parTrans" cxnId="{470CB9A9-1CAA-462D-8F53-1DC4A52903AC}">
      <dgm:prSet/>
      <dgm:spPr/>
      <dgm:t>
        <a:bodyPr/>
        <a:lstStyle/>
        <a:p>
          <a:endParaRPr lang="en-IN"/>
        </a:p>
      </dgm:t>
    </dgm:pt>
    <dgm:pt modelId="{3521359C-3445-4F91-862F-E1696B1738C3}" type="sibTrans" cxnId="{470CB9A9-1CAA-462D-8F53-1DC4A52903AC}">
      <dgm:prSet/>
      <dgm:spPr/>
      <dgm:t>
        <a:bodyPr/>
        <a:lstStyle/>
        <a:p>
          <a:endParaRPr lang="en-IN"/>
        </a:p>
      </dgm:t>
    </dgm:pt>
    <dgm:pt modelId="{56262CF1-6806-44CF-B85C-6B9823FA8C83}">
      <dgm:prSet phldrT="[Text]" custT="1"/>
      <dgm:spPr/>
      <dgm:t>
        <a:bodyPr/>
        <a:lstStyle/>
        <a:p>
          <a:pPr>
            <a:buNone/>
          </a:pPr>
          <a:r>
            <a:rPr lang="en-IN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Approve / Reject </a:t>
          </a:r>
          <a:r>
            <a:rPr lang="en-IN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9E67BE-9B69-4178-B894-250E1DE155EB}" type="parTrans" cxnId="{E713849A-44CD-4E4C-A4E6-8DE975FFF554}">
      <dgm:prSet/>
      <dgm:spPr/>
      <dgm:t>
        <a:bodyPr/>
        <a:lstStyle/>
        <a:p>
          <a:endParaRPr lang="en-IN"/>
        </a:p>
      </dgm:t>
    </dgm:pt>
    <dgm:pt modelId="{A730A7C9-FD6C-40F8-B164-B8A934705B97}" type="sibTrans" cxnId="{E713849A-44CD-4E4C-A4E6-8DE975FFF554}">
      <dgm:prSet/>
      <dgm:spPr/>
      <dgm:t>
        <a:bodyPr/>
        <a:lstStyle/>
        <a:p>
          <a:endParaRPr lang="en-IN"/>
        </a:p>
      </dgm:t>
    </dgm:pt>
    <dgm:pt modelId="{B47A9AD5-8C9C-438A-A97C-BDE0F4AEE035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E7D2EB-A654-4D86-B8BB-6525170872F4}" type="parTrans" cxnId="{7B78B3E4-2639-4EAB-884D-4B716B286684}">
      <dgm:prSet/>
      <dgm:spPr/>
      <dgm:t>
        <a:bodyPr/>
        <a:lstStyle/>
        <a:p>
          <a:endParaRPr lang="en-IN"/>
        </a:p>
      </dgm:t>
    </dgm:pt>
    <dgm:pt modelId="{A9EB5FCD-D66C-47FB-AB31-AF16CE5FCB71}" type="sibTrans" cxnId="{7B78B3E4-2639-4EAB-884D-4B716B286684}">
      <dgm:prSet/>
      <dgm:spPr/>
      <dgm:t>
        <a:bodyPr/>
        <a:lstStyle/>
        <a:p>
          <a:endParaRPr lang="en-IN"/>
        </a:p>
      </dgm:t>
    </dgm:pt>
    <dgm:pt modelId="{2AAAFFE6-2FEE-4C59-BD5F-B97772514E81}" type="pres">
      <dgm:prSet presAssocID="{6130C1E1-98CC-47C8-95CE-843FA9A74682}" presName="diagram" presStyleCnt="0">
        <dgm:presLayoutVars>
          <dgm:dir/>
          <dgm:resizeHandles/>
        </dgm:presLayoutVars>
      </dgm:prSet>
      <dgm:spPr/>
    </dgm:pt>
    <dgm:pt modelId="{BDAFBD79-6DDC-4595-B3D1-AF71F1D074D2}" type="pres">
      <dgm:prSet presAssocID="{3090A2F9-F257-49BA-90AD-F578A29F13CA}" presName="firstNode" presStyleLbl="node1" presStyleIdx="0" presStyleCnt="8">
        <dgm:presLayoutVars>
          <dgm:bulletEnabled val="1"/>
        </dgm:presLayoutVars>
      </dgm:prSet>
      <dgm:spPr/>
    </dgm:pt>
    <dgm:pt modelId="{D6409E01-A353-4746-A9C5-97713621ADCE}" type="pres">
      <dgm:prSet presAssocID="{F174CF0C-D611-4E28-95F2-612F21143E00}" presName="sibTrans" presStyleLbl="sibTrans2D1" presStyleIdx="0" presStyleCnt="7"/>
      <dgm:spPr/>
    </dgm:pt>
    <dgm:pt modelId="{7ECB6896-B8C6-47E6-87EA-5C1E1E79382B}" type="pres">
      <dgm:prSet presAssocID="{FA5A538C-B659-4CC7-8349-E02304D77CEB}" presName="middleNode" presStyleCnt="0"/>
      <dgm:spPr/>
    </dgm:pt>
    <dgm:pt modelId="{69A0B157-6B8D-42A3-B90A-51E9DC407110}" type="pres">
      <dgm:prSet presAssocID="{FA5A538C-B659-4CC7-8349-E02304D77CEB}" presName="padding" presStyleLbl="node1" presStyleIdx="0" presStyleCnt="8"/>
      <dgm:spPr/>
    </dgm:pt>
    <dgm:pt modelId="{77142F98-F7E2-4C11-9FD9-67BC08BF1F6E}" type="pres">
      <dgm:prSet presAssocID="{FA5A538C-B659-4CC7-8349-E02304D77CEB}" presName="shape" presStyleLbl="node1" presStyleIdx="1" presStyleCnt="8">
        <dgm:presLayoutVars>
          <dgm:bulletEnabled val="1"/>
        </dgm:presLayoutVars>
      </dgm:prSet>
      <dgm:spPr/>
    </dgm:pt>
    <dgm:pt modelId="{2C6BAA01-0712-4893-B03D-4C5D3B59DA90}" type="pres">
      <dgm:prSet presAssocID="{58098D23-6879-4C00-A1B5-46F2881457F2}" presName="sibTrans" presStyleLbl="sibTrans2D1" presStyleIdx="1" presStyleCnt="7"/>
      <dgm:spPr/>
    </dgm:pt>
    <dgm:pt modelId="{7287E21B-D3B8-412A-B2B6-94146DB9208B}" type="pres">
      <dgm:prSet presAssocID="{38481524-239C-453A-AFFB-DA98B5A014D0}" presName="middleNode" presStyleCnt="0"/>
      <dgm:spPr/>
    </dgm:pt>
    <dgm:pt modelId="{7666ED57-B46E-4DC6-AD92-D5484825C6F8}" type="pres">
      <dgm:prSet presAssocID="{38481524-239C-453A-AFFB-DA98B5A014D0}" presName="padding" presStyleLbl="node1" presStyleIdx="1" presStyleCnt="8"/>
      <dgm:spPr/>
    </dgm:pt>
    <dgm:pt modelId="{9546D8B5-C83C-422D-AF3F-924F354E0F71}" type="pres">
      <dgm:prSet presAssocID="{38481524-239C-453A-AFFB-DA98B5A014D0}" presName="shape" presStyleLbl="node1" presStyleIdx="2" presStyleCnt="8" custScaleX="109762">
        <dgm:presLayoutVars>
          <dgm:bulletEnabled val="1"/>
        </dgm:presLayoutVars>
      </dgm:prSet>
      <dgm:spPr/>
    </dgm:pt>
    <dgm:pt modelId="{72212C8F-8A92-45CA-B17B-10F4073BDA52}" type="pres">
      <dgm:prSet presAssocID="{17129298-DD41-4251-A4EC-6808C947CD8C}" presName="sibTrans" presStyleLbl="sibTrans2D1" presStyleIdx="2" presStyleCnt="7"/>
      <dgm:spPr/>
    </dgm:pt>
    <dgm:pt modelId="{D66DE39F-750D-41F2-B5EE-97AFCF0D33B2}" type="pres">
      <dgm:prSet presAssocID="{96D6D642-3B5E-4DA8-A644-3C485878B255}" presName="middleNode" presStyleCnt="0"/>
      <dgm:spPr/>
    </dgm:pt>
    <dgm:pt modelId="{C51A7A8C-7637-4CF6-9824-6F24E8711AB6}" type="pres">
      <dgm:prSet presAssocID="{96D6D642-3B5E-4DA8-A644-3C485878B255}" presName="padding" presStyleLbl="node1" presStyleIdx="2" presStyleCnt="8"/>
      <dgm:spPr/>
    </dgm:pt>
    <dgm:pt modelId="{A3B7E773-5FAC-496A-ADEB-717CE0CF58BB}" type="pres">
      <dgm:prSet presAssocID="{96D6D642-3B5E-4DA8-A644-3C485878B255}" presName="shape" presStyleLbl="node1" presStyleIdx="3" presStyleCnt="8" custScaleX="109762">
        <dgm:presLayoutVars>
          <dgm:bulletEnabled val="1"/>
        </dgm:presLayoutVars>
      </dgm:prSet>
      <dgm:spPr/>
    </dgm:pt>
    <dgm:pt modelId="{5F37E86A-8F99-4098-B9FD-E792B0584524}" type="pres">
      <dgm:prSet presAssocID="{C25B7C1F-6C4A-4624-8146-51D81C3B746B}" presName="sibTrans" presStyleLbl="sibTrans2D1" presStyleIdx="3" presStyleCnt="7"/>
      <dgm:spPr/>
    </dgm:pt>
    <dgm:pt modelId="{8E427412-E77F-4FA0-90D3-9F9A88F99F9B}" type="pres">
      <dgm:prSet presAssocID="{936DFFFD-0506-4649-8BF4-E91773C4E156}" presName="middleNode" presStyleCnt="0"/>
      <dgm:spPr/>
    </dgm:pt>
    <dgm:pt modelId="{BAED5AB3-8D21-4C6F-ADC9-F56587BDF271}" type="pres">
      <dgm:prSet presAssocID="{936DFFFD-0506-4649-8BF4-E91773C4E156}" presName="padding" presStyleLbl="node1" presStyleIdx="3" presStyleCnt="8"/>
      <dgm:spPr/>
    </dgm:pt>
    <dgm:pt modelId="{DFC5C6B1-79E4-4CFF-A4B1-C486DCDDD2C9}" type="pres">
      <dgm:prSet presAssocID="{936DFFFD-0506-4649-8BF4-E91773C4E156}" presName="shape" presStyleLbl="node1" presStyleIdx="4" presStyleCnt="8" custScaleX="115932">
        <dgm:presLayoutVars>
          <dgm:bulletEnabled val="1"/>
        </dgm:presLayoutVars>
      </dgm:prSet>
      <dgm:spPr/>
    </dgm:pt>
    <dgm:pt modelId="{A3E760B1-AF83-4B35-86D6-A74459B9FAC1}" type="pres">
      <dgm:prSet presAssocID="{D3A673F9-1887-40C1-8C1B-AD88AED0DD6F}" presName="sibTrans" presStyleLbl="sibTrans2D1" presStyleIdx="4" presStyleCnt="7"/>
      <dgm:spPr/>
    </dgm:pt>
    <dgm:pt modelId="{C0779BC6-1738-448F-82ED-1B606032C442}" type="pres">
      <dgm:prSet presAssocID="{79F3D297-AE0D-4B0C-9C62-66BCB94B6BC6}" presName="middleNode" presStyleCnt="0"/>
      <dgm:spPr/>
    </dgm:pt>
    <dgm:pt modelId="{1B9CB55A-7E6D-417A-BC4E-62F9014E63C6}" type="pres">
      <dgm:prSet presAssocID="{79F3D297-AE0D-4B0C-9C62-66BCB94B6BC6}" presName="padding" presStyleLbl="node1" presStyleIdx="4" presStyleCnt="8"/>
      <dgm:spPr/>
    </dgm:pt>
    <dgm:pt modelId="{7D46C9C4-6E55-4745-BAFB-CDD8C3ED0E21}" type="pres">
      <dgm:prSet presAssocID="{79F3D297-AE0D-4B0C-9C62-66BCB94B6BC6}" presName="shape" presStyleLbl="node1" presStyleIdx="5" presStyleCnt="8" custScaleX="117638">
        <dgm:presLayoutVars>
          <dgm:bulletEnabled val="1"/>
        </dgm:presLayoutVars>
      </dgm:prSet>
      <dgm:spPr/>
    </dgm:pt>
    <dgm:pt modelId="{A146FCB6-E4E1-4F71-A27D-260DEB2E201B}" type="pres">
      <dgm:prSet presAssocID="{3521359C-3445-4F91-862F-E1696B1738C3}" presName="sibTrans" presStyleLbl="sibTrans2D1" presStyleIdx="5" presStyleCnt="7"/>
      <dgm:spPr/>
    </dgm:pt>
    <dgm:pt modelId="{6FCE9577-2E49-4D5B-8138-1BE50F2CBC1A}" type="pres">
      <dgm:prSet presAssocID="{56262CF1-6806-44CF-B85C-6B9823FA8C83}" presName="middleNode" presStyleCnt="0"/>
      <dgm:spPr/>
    </dgm:pt>
    <dgm:pt modelId="{4071768A-7AE3-4CA6-93CB-12DDF751C937}" type="pres">
      <dgm:prSet presAssocID="{56262CF1-6806-44CF-B85C-6B9823FA8C83}" presName="padding" presStyleLbl="node1" presStyleIdx="5" presStyleCnt="8"/>
      <dgm:spPr/>
    </dgm:pt>
    <dgm:pt modelId="{DA038BFD-BA31-4FA3-AFE9-F695B122130F}" type="pres">
      <dgm:prSet presAssocID="{56262CF1-6806-44CF-B85C-6B9823FA8C83}" presName="shape" presStyleLbl="node1" presStyleIdx="6" presStyleCnt="8" custScaleX="113572">
        <dgm:presLayoutVars>
          <dgm:bulletEnabled val="1"/>
        </dgm:presLayoutVars>
      </dgm:prSet>
      <dgm:spPr/>
    </dgm:pt>
    <dgm:pt modelId="{80672DF3-8194-42EF-BBEF-AE6CCEE0B2CC}" type="pres">
      <dgm:prSet presAssocID="{A730A7C9-FD6C-40F8-B164-B8A934705B97}" presName="sibTrans" presStyleLbl="sibTrans2D1" presStyleIdx="6" presStyleCnt="7"/>
      <dgm:spPr/>
    </dgm:pt>
    <dgm:pt modelId="{207DBF70-E304-4833-A8BE-504C43EB21E4}" type="pres">
      <dgm:prSet presAssocID="{B47A9AD5-8C9C-438A-A97C-BDE0F4AEE035}" presName="lastNode" presStyleLbl="node1" presStyleIdx="7" presStyleCnt="8">
        <dgm:presLayoutVars>
          <dgm:bulletEnabled val="1"/>
        </dgm:presLayoutVars>
      </dgm:prSet>
      <dgm:spPr/>
    </dgm:pt>
  </dgm:ptLst>
  <dgm:cxnLst>
    <dgm:cxn modelId="{3C60040F-33B5-406A-B475-1FEF18AC897C}" srcId="{6130C1E1-98CC-47C8-95CE-843FA9A74682}" destId="{38481524-239C-453A-AFFB-DA98B5A014D0}" srcOrd="2" destOrd="0" parTransId="{A03F8707-7962-4ECD-8609-9A4D1C61993B}" sibTransId="{17129298-DD41-4251-A4EC-6808C947CD8C}"/>
    <dgm:cxn modelId="{33A9CB1F-09BD-4085-8A4A-86C819D059C1}" type="presOf" srcId="{17129298-DD41-4251-A4EC-6808C947CD8C}" destId="{72212C8F-8A92-45CA-B17B-10F4073BDA52}" srcOrd="0" destOrd="0" presId="urn:microsoft.com/office/officeart/2005/8/layout/bProcess2"/>
    <dgm:cxn modelId="{B39B0A20-54AE-4AD0-8179-B00B874778EE}" srcId="{6130C1E1-98CC-47C8-95CE-843FA9A74682}" destId="{96D6D642-3B5E-4DA8-A644-3C485878B255}" srcOrd="3" destOrd="0" parTransId="{D7E5A77B-7C9F-4120-AE18-484C45F6727F}" sibTransId="{C25B7C1F-6C4A-4624-8146-51D81C3B746B}"/>
    <dgm:cxn modelId="{0DC7D02F-2AF0-4C03-9C8B-BEC1A94F27B7}" type="presOf" srcId="{3090A2F9-F257-49BA-90AD-F578A29F13CA}" destId="{BDAFBD79-6DDC-4595-B3D1-AF71F1D074D2}" srcOrd="0" destOrd="0" presId="urn:microsoft.com/office/officeart/2005/8/layout/bProcess2"/>
    <dgm:cxn modelId="{469D885E-4463-45C3-8D4F-83158962E048}" type="presOf" srcId="{F174CF0C-D611-4E28-95F2-612F21143E00}" destId="{D6409E01-A353-4746-A9C5-97713621ADCE}" srcOrd="0" destOrd="0" presId="urn:microsoft.com/office/officeart/2005/8/layout/bProcess2"/>
    <dgm:cxn modelId="{2D5FDB47-9E3E-47EA-B3A1-0359D8A22AAE}" type="presOf" srcId="{79F3D297-AE0D-4B0C-9C62-66BCB94B6BC6}" destId="{7D46C9C4-6E55-4745-BAFB-CDD8C3ED0E21}" srcOrd="0" destOrd="0" presId="urn:microsoft.com/office/officeart/2005/8/layout/bProcess2"/>
    <dgm:cxn modelId="{1F8FC84E-83DE-4570-88A9-371846A0CE2B}" type="presOf" srcId="{6130C1E1-98CC-47C8-95CE-843FA9A74682}" destId="{2AAAFFE6-2FEE-4C59-BD5F-B97772514E81}" srcOrd="0" destOrd="0" presId="urn:microsoft.com/office/officeart/2005/8/layout/bProcess2"/>
    <dgm:cxn modelId="{A1CE126F-87B4-421D-BD8D-34348DBDFF70}" srcId="{6130C1E1-98CC-47C8-95CE-843FA9A74682}" destId="{FA5A538C-B659-4CC7-8349-E02304D77CEB}" srcOrd="1" destOrd="0" parTransId="{C41F3D17-3667-4263-B8E4-1C672BDA1D00}" sibTransId="{58098D23-6879-4C00-A1B5-46F2881457F2}"/>
    <dgm:cxn modelId="{FD529850-2700-4BB3-9654-7B615C79D579}" type="presOf" srcId="{58098D23-6879-4C00-A1B5-46F2881457F2}" destId="{2C6BAA01-0712-4893-B03D-4C5D3B59DA90}" srcOrd="0" destOrd="0" presId="urn:microsoft.com/office/officeart/2005/8/layout/bProcess2"/>
    <dgm:cxn modelId="{2CF66A78-30A8-4463-BD31-DC7129AB177E}" type="presOf" srcId="{936DFFFD-0506-4649-8BF4-E91773C4E156}" destId="{DFC5C6B1-79E4-4CFF-A4B1-C486DCDDD2C9}" srcOrd="0" destOrd="0" presId="urn:microsoft.com/office/officeart/2005/8/layout/bProcess2"/>
    <dgm:cxn modelId="{B2851680-8D17-48E2-977E-68BEA35D60BB}" srcId="{6130C1E1-98CC-47C8-95CE-843FA9A74682}" destId="{3090A2F9-F257-49BA-90AD-F578A29F13CA}" srcOrd="0" destOrd="0" parTransId="{EF9FD14F-DA62-46B9-9F80-B2EF9EEBD785}" sibTransId="{F174CF0C-D611-4E28-95F2-612F21143E00}"/>
    <dgm:cxn modelId="{0F91FD81-A019-4C7A-B5B4-8E91010F68A7}" type="presOf" srcId="{D3A673F9-1887-40C1-8C1B-AD88AED0DD6F}" destId="{A3E760B1-AF83-4B35-86D6-A74459B9FAC1}" srcOrd="0" destOrd="0" presId="urn:microsoft.com/office/officeart/2005/8/layout/bProcess2"/>
    <dgm:cxn modelId="{E713849A-44CD-4E4C-A4E6-8DE975FFF554}" srcId="{6130C1E1-98CC-47C8-95CE-843FA9A74682}" destId="{56262CF1-6806-44CF-B85C-6B9823FA8C83}" srcOrd="6" destOrd="0" parTransId="{639E67BE-9B69-4178-B894-250E1DE155EB}" sibTransId="{A730A7C9-FD6C-40F8-B164-B8A934705B97}"/>
    <dgm:cxn modelId="{F70DF5A8-AC64-4E90-8505-67C0A8C1BA48}" type="presOf" srcId="{3521359C-3445-4F91-862F-E1696B1738C3}" destId="{A146FCB6-E4E1-4F71-A27D-260DEB2E201B}" srcOrd="0" destOrd="0" presId="urn:microsoft.com/office/officeart/2005/8/layout/bProcess2"/>
    <dgm:cxn modelId="{470CB9A9-1CAA-462D-8F53-1DC4A52903AC}" srcId="{6130C1E1-98CC-47C8-95CE-843FA9A74682}" destId="{79F3D297-AE0D-4B0C-9C62-66BCB94B6BC6}" srcOrd="5" destOrd="0" parTransId="{501CD737-D626-4A44-9741-DB85507A3FCF}" sibTransId="{3521359C-3445-4F91-862F-E1696B1738C3}"/>
    <dgm:cxn modelId="{2A5D03AB-36F9-4F87-AB09-0C1EF15174FC}" type="presOf" srcId="{B47A9AD5-8C9C-438A-A97C-BDE0F4AEE035}" destId="{207DBF70-E304-4833-A8BE-504C43EB21E4}" srcOrd="0" destOrd="0" presId="urn:microsoft.com/office/officeart/2005/8/layout/bProcess2"/>
    <dgm:cxn modelId="{9B0CB9AC-58E7-463D-B4EA-FC79E777827D}" type="presOf" srcId="{FA5A538C-B659-4CC7-8349-E02304D77CEB}" destId="{77142F98-F7E2-4C11-9FD9-67BC08BF1F6E}" srcOrd="0" destOrd="0" presId="urn:microsoft.com/office/officeart/2005/8/layout/bProcess2"/>
    <dgm:cxn modelId="{1AEC52B6-C026-445B-B299-FD711E79E95B}" type="presOf" srcId="{A730A7C9-FD6C-40F8-B164-B8A934705B97}" destId="{80672DF3-8194-42EF-BBEF-AE6CCEE0B2CC}" srcOrd="0" destOrd="0" presId="urn:microsoft.com/office/officeart/2005/8/layout/bProcess2"/>
    <dgm:cxn modelId="{72F8C1B8-CF73-4FDE-ABA6-941ECDEDD0BE}" type="presOf" srcId="{56262CF1-6806-44CF-B85C-6B9823FA8C83}" destId="{DA038BFD-BA31-4FA3-AFE9-F695B122130F}" srcOrd="0" destOrd="0" presId="urn:microsoft.com/office/officeart/2005/8/layout/bProcess2"/>
    <dgm:cxn modelId="{A6565FBE-1FC2-446F-93D5-E241E170D7D5}" type="presOf" srcId="{96D6D642-3B5E-4DA8-A644-3C485878B255}" destId="{A3B7E773-5FAC-496A-ADEB-717CE0CF58BB}" srcOrd="0" destOrd="0" presId="urn:microsoft.com/office/officeart/2005/8/layout/bProcess2"/>
    <dgm:cxn modelId="{A8B495D6-5BC1-48F4-955E-01075C1BE3A5}" srcId="{6130C1E1-98CC-47C8-95CE-843FA9A74682}" destId="{936DFFFD-0506-4649-8BF4-E91773C4E156}" srcOrd="4" destOrd="0" parTransId="{F26E2B20-0C51-42F1-B3DD-D6428D9C0001}" sibTransId="{D3A673F9-1887-40C1-8C1B-AD88AED0DD6F}"/>
    <dgm:cxn modelId="{C6AE6CDD-4431-4EA8-B520-F2726CB2FB97}" type="presOf" srcId="{C25B7C1F-6C4A-4624-8146-51D81C3B746B}" destId="{5F37E86A-8F99-4098-B9FD-E792B0584524}" srcOrd="0" destOrd="0" presId="urn:microsoft.com/office/officeart/2005/8/layout/bProcess2"/>
    <dgm:cxn modelId="{7B78B3E4-2639-4EAB-884D-4B716B286684}" srcId="{6130C1E1-98CC-47C8-95CE-843FA9A74682}" destId="{B47A9AD5-8C9C-438A-A97C-BDE0F4AEE035}" srcOrd="7" destOrd="0" parTransId="{86E7D2EB-A654-4D86-B8BB-6525170872F4}" sibTransId="{A9EB5FCD-D66C-47FB-AB31-AF16CE5FCB71}"/>
    <dgm:cxn modelId="{8235C3FA-2312-4EEA-AFCA-743F37DD1D03}" type="presOf" srcId="{38481524-239C-453A-AFFB-DA98B5A014D0}" destId="{9546D8B5-C83C-422D-AF3F-924F354E0F71}" srcOrd="0" destOrd="0" presId="urn:microsoft.com/office/officeart/2005/8/layout/bProcess2"/>
    <dgm:cxn modelId="{8319432B-1D77-4BFD-80A1-E260C7E5615F}" type="presParOf" srcId="{2AAAFFE6-2FEE-4C59-BD5F-B97772514E81}" destId="{BDAFBD79-6DDC-4595-B3D1-AF71F1D074D2}" srcOrd="0" destOrd="0" presId="urn:microsoft.com/office/officeart/2005/8/layout/bProcess2"/>
    <dgm:cxn modelId="{3AB04F98-3920-4C5E-861E-A30CE41761AD}" type="presParOf" srcId="{2AAAFFE6-2FEE-4C59-BD5F-B97772514E81}" destId="{D6409E01-A353-4746-A9C5-97713621ADCE}" srcOrd="1" destOrd="0" presId="urn:microsoft.com/office/officeart/2005/8/layout/bProcess2"/>
    <dgm:cxn modelId="{8F54ADF7-FAA8-49B6-BF2C-CEC209CA37D1}" type="presParOf" srcId="{2AAAFFE6-2FEE-4C59-BD5F-B97772514E81}" destId="{7ECB6896-B8C6-47E6-87EA-5C1E1E79382B}" srcOrd="2" destOrd="0" presId="urn:microsoft.com/office/officeart/2005/8/layout/bProcess2"/>
    <dgm:cxn modelId="{81CCF4AA-72AA-43ED-B8BC-BA10562A754B}" type="presParOf" srcId="{7ECB6896-B8C6-47E6-87EA-5C1E1E79382B}" destId="{69A0B157-6B8D-42A3-B90A-51E9DC407110}" srcOrd="0" destOrd="0" presId="urn:microsoft.com/office/officeart/2005/8/layout/bProcess2"/>
    <dgm:cxn modelId="{82D593E3-7F17-4E25-833E-C7EADCC9071D}" type="presParOf" srcId="{7ECB6896-B8C6-47E6-87EA-5C1E1E79382B}" destId="{77142F98-F7E2-4C11-9FD9-67BC08BF1F6E}" srcOrd="1" destOrd="0" presId="urn:microsoft.com/office/officeart/2005/8/layout/bProcess2"/>
    <dgm:cxn modelId="{30BA87DB-C3DC-451C-AE17-45FEA1826C3B}" type="presParOf" srcId="{2AAAFFE6-2FEE-4C59-BD5F-B97772514E81}" destId="{2C6BAA01-0712-4893-B03D-4C5D3B59DA90}" srcOrd="3" destOrd="0" presId="urn:microsoft.com/office/officeart/2005/8/layout/bProcess2"/>
    <dgm:cxn modelId="{B44EFA85-65B0-4DF4-B067-0915760E463C}" type="presParOf" srcId="{2AAAFFE6-2FEE-4C59-BD5F-B97772514E81}" destId="{7287E21B-D3B8-412A-B2B6-94146DB9208B}" srcOrd="4" destOrd="0" presId="urn:microsoft.com/office/officeart/2005/8/layout/bProcess2"/>
    <dgm:cxn modelId="{491DD5D1-E505-48D5-8787-174F14B260C5}" type="presParOf" srcId="{7287E21B-D3B8-412A-B2B6-94146DB9208B}" destId="{7666ED57-B46E-4DC6-AD92-D5484825C6F8}" srcOrd="0" destOrd="0" presId="urn:microsoft.com/office/officeart/2005/8/layout/bProcess2"/>
    <dgm:cxn modelId="{4DE3A02E-77A3-4D04-A93D-96D387392991}" type="presParOf" srcId="{7287E21B-D3B8-412A-B2B6-94146DB9208B}" destId="{9546D8B5-C83C-422D-AF3F-924F354E0F71}" srcOrd="1" destOrd="0" presId="urn:microsoft.com/office/officeart/2005/8/layout/bProcess2"/>
    <dgm:cxn modelId="{76E6D15A-A238-46B7-9CA6-FB950C274501}" type="presParOf" srcId="{2AAAFFE6-2FEE-4C59-BD5F-B97772514E81}" destId="{72212C8F-8A92-45CA-B17B-10F4073BDA52}" srcOrd="5" destOrd="0" presId="urn:microsoft.com/office/officeart/2005/8/layout/bProcess2"/>
    <dgm:cxn modelId="{E4640B7F-A176-477D-8FA0-80E5514D71A3}" type="presParOf" srcId="{2AAAFFE6-2FEE-4C59-BD5F-B97772514E81}" destId="{D66DE39F-750D-41F2-B5EE-97AFCF0D33B2}" srcOrd="6" destOrd="0" presId="urn:microsoft.com/office/officeart/2005/8/layout/bProcess2"/>
    <dgm:cxn modelId="{65F46749-2146-422A-8378-C7A05F1E07C7}" type="presParOf" srcId="{D66DE39F-750D-41F2-B5EE-97AFCF0D33B2}" destId="{C51A7A8C-7637-4CF6-9824-6F24E8711AB6}" srcOrd="0" destOrd="0" presId="urn:microsoft.com/office/officeart/2005/8/layout/bProcess2"/>
    <dgm:cxn modelId="{97A4E0FB-2B7B-49DE-B6C8-8C90CB10E290}" type="presParOf" srcId="{D66DE39F-750D-41F2-B5EE-97AFCF0D33B2}" destId="{A3B7E773-5FAC-496A-ADEB-717CE0CF58BB}" srcOrd="1" destOrd="0" presId="urn:microsoft.com/office/officeart/2005/8/layout/bProcess2"/>
    <dgm:cxn modelId="{41DC2407-CF5A-4571-950E-5A5185CE19AC}" type="presParOf" srcId="{2AAAFFE6-2FEE-4C59-BD5F-B97772514E81}" destId="{5F37E86A-8F99-4098-B9FD-E792B0584524}" srcOrd="7" destOrd="0" presId="urn:microsoft.com/office/officeart/2005/8/layout/bProcess2"/>
    <dgm:cxn modelId="{61553E26-AAC5-4845-90E2-C31FD3529CC7}" type="presParOf" srcId="{2AAAFFE6-2FEE-4C59-BD5F-B97772514E81}" destId="{8E427412-E77F-4FA0-90D3-9F9A88F99F9B}" srcOrd="8" destOrd="0" presId="urn:microsoft.com/office/officeart/2005/8/layout/bProcess2"/>
    <dgm:cxn modelId="{25D81028-7B7E-4994-B161-1AB708C593C2}" type="presParOf" srcId="{8E427412-E77F-4FA0-90D3-9F9A88F99F9B}" destId="{BAED5AB3-8D21-4C6F-ADC9-F56587BDF271}" srcOrd="0" destOrd="0" presId="urn:microsoft.com/office/officeart/2005/8/layout/bProcess2"/>
    <dgm:cxn modelId="{335E3E18-66D9-4D2F-A294-44B16683B2CD}" type="presParOf" srcId="{8E427412-E77F-4FA0-90D3-9F9A88F99F9B}" destId="{DFC5C6B1-79E4-4CFF-A4B1-C486DCDDD2C9}" srcOrd="1" destOrd="0" presId="urn:microsoft.com/office/officeart/2005/8/layout/bProcess2"/>
    <dgm:cxn modelId="{E71ABF92-5D8B-4A43-94EF-72F6E900FAA1}" type="presParOf" srcId="{2AAAFFE6-2FEE-4C59-BD5F-B97772514E81}" destId="{A3E760B1-AF83-4B35-86D6-A74459B9FAC1}" srcOrd="9" destOrd="0" presId="urn:microsoft.com/office/officeart/2005/8/layout/bProcess2"/>
    <dgm:cxn modelId="{717FFE97-800D-4B0B-98EE-935659D4EC16}" type="presParOf" srcId="{2AAAFFE6-2FEE-4C59-BD5F-B97772514E81}" destId="{C0779BC6-1738-448F-82ED-1B606032C442}" srcOrd="10" destOrd="0" presId="urn:microsoft.com/office/officeart/2005/8/layout/bProcess2"/>
    <dgm:cxn modelId="{0A8DADA6-CA10-4FC1-9BC1-9E265B8B5A6A}" type="presParOf" srcId="{C0779BC6-1738-448F-82ED-1B606032C442}" destId="{1B9CB55A-7E6D-417A-BC4E-62F9014E63C6}" srcOrd="0" destOrd="0" presId="urn:microsoft.com/office/officeart/2005/8/layout/bProcess2"/>
    <dgm:cxn modelId="{E7A2A6C3-5258-407A-88AD-875459378B1D}" type="presParOf" srcId="{C0779BC6-1738-448F-82ED-1B606032C442}" destId="{7D46C9C4-6E55-4745-BAFB-CDD8C3ED0E21}" srcOrd="1" destOrd="0" presId="urn:microsoft.com/office/officeart/2005/8/layout/bProcess2"/>
    <dgm:cxn modelId="{F7BF591F-473F-47B4-BED1-1FEB14B5823C}" type="presParOf" srcId="{2AAAFFE6-2FEE-4C59-BD5F-B97772514E81}" destId="{A146FCB6-E4E1-4F71-A27D-260DEB2E201B}" srcOrd="11" destOrd="0" presId="urn:microsoft.com/office/officeart/2005/8/layout/bProcess2"/>
    <dgm:cxn modelId="{C5C54D02-DC10-4938-9EC9-26660EBC9C97}" type="presParOf" srcId="{2AAAFFE6-2FEE-4C59-BD5F-B97772514E81}" destId="{6FCE9577-2E49-4D5B-8138-1BE50F2CBC1A}" srcOrd="12" destOrd="0" presId="urn:microsoft.com/office/officeart/2005/8/layout/bProcess2"/>
    <dgm:cxn modelId="{B387D713-2AF5-4382-89E1-87D512F9F9F9}" type="presParOf" srcId="{6FCE9577-2E49-4D5B-8138-1BE50F2CBC1A}" destId="{4071768A-7AE3-4CA6-93CB-12DDF751C937}" srcOrd="0" destOrd="0" presId="urn:microsoft.com/office/officeart/2005/8/layout/bProcess2"/>
    <dgm:cxn modelId="{6EE4ACAC-C662-47A1-93AD-652A4F09D9C9}" type="presParOf" srcId="{6FCE9577-2E49-4D5B-8138-1BE50F2CBC1A}" destId="{DA038BFD-BA31-4FA3-AFE9-F695B122130F}" srcOrd="1" destOrd="0" presId="urn:microsoft.com/office/officeart/2005/8/layout/bProcess2"/>
    <dgm:cxn modelId="{EE481854-9223-464B-8C45-C8518DA09ADC}" type="presParOf" srcId="{2AAAFFE6-2FEE-4C59-BD5F-B97772514E81}" destId="{80672DF3-8194-42EF-BBEF-AE6CCEE0B2CC}" srcOrd="13" destOrd="0" presId="urn:microsoft.com/office/officeart/2005/8/layout/bProcess2"/>
    <dgm:cxn modelId="{EF200916-F1B7-406E-A1A5-BB2DA846560F}" type="presParOf" srcId="{2AAAFFE6-2FEE-4C59-BD5F-B97772514E81}" destId="{207DBF70-E304-4833-A8BE-504C43EB21E4}" srcOrd="14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EBD80C-9FFB-495E-9C59-BDF15B2C19F1}">
      <dsp:nvSpPr>
        <dsp:cNvPr id="0" name=""/>
        <dsp:cNvSpPr/>
      </dsp:nvSpPr>
      <dsp:spPr>
        <a:xfrm rot="5400000">
          <a:off x="1156684" y="918433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C4034-49FB-4F2D-A4AE-CCE9049CEF2F}">
      <dsp:nvSpPr>
        <dsp:cNvPr id="0" name=""/>
        <dsp:cNvSpPr/>
      </dsp:nvSpPr>
      <dsp:spPr>
        <a:xfrm>
          <a:off x="1486638" y="608"/>
          <a:ext cx="1924982" cy="1154989"/>
        </a:xfrm>
        <a:prstGeom prst="roundRect">
          <a:avLst>
            <a:gd name="adj" fmla="val 10000"/>
          </a:avLst>
        </a:prstGeom>
        <a:solidFill>
          <a:schemeClr val="accent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20466" y="34436"/>
        <a:ext cx="1857326" cy="1087333"/>
      </dsp:txXfrm>
    </dsp:sp>
    <dsp:sp modelId="{F43453E5-533B-4B0B-AE65-57B211274D8A}">
      <dsp:nvSpPr>
        <dsp:cNvPr id="0" name=""/>
        <dsp:cNvSpPr/>
      </dsp:nvSpPr>
      <dsp:spPr>
        <a:xfrm rot="5400000">
          <a:off x="1156684" y="2362170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0D100-2BA6-4AFB-B295-3C8C3D02DE8D}">
      <dsp:nvSpPr>
        <dsp:cNvPr id="0" name=""/>
        <dsp:cNvSpPr/>
      </dsp:nvSpPr>
      <dsp:spPr>
        <a:xfrm>
          <a:off x="1486638" y="1444345"/>
          <a:ext cx="1924982" cy="1154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Login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520466" y="1478173"/>
        <a:ext cx="1857326" cy="1087333"/>
      </dsp:txXfrm>
    </dsp:sp>
    <dsp:sp modelId="{3D70C2F7-8A57-43E8-BC54-140B109004CF}">
      <dsp:nvSpPr>
        <dsp:cNvPr id="0" name=""/>
        <dsp:cNvSpPr/>
      </dsp:nvSpPr>
      <dsp:spPr>
        <a:xfrm>
          <a:off x="1878552" y="3084038"/>
          <a:ext cx="255330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9F9844-7683-4C16-A02C-9130D44DE45D}">
      <dsp:nvSpPr>
        <dsp:cNvPr id="0" name=""/>
        <dsp:cNvSpPr/>
      </dsp:nvSpPr>
      <dsp:spPr>
        <a:xfrm>
          <a:off x="1486638" y="2888081"/>
          <a:ext cx="1924982" cy="1154989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</a:p>
      </dsp:txBody>
      <dsp:txXfrm>
        <a:off x="1520466" y="2921909"/>
        <a:ext cx="1857326" cy="1087333"/>
      </dsp:txXfrm>
    </dsp:sp>
    <dsp:sp modelId="{26F18DA1-8B5B-40F1-A932-8D43F924CDF4}">
      <dsp:nvSpPr>
        <dsp:cNvPr id="0" name=""/>
        <dsp:cNvSpPr/>
      </dsp:nvSpPr>
      <dsp:spPr>
        <a:xfrm rot="16200000">
          <a:off x="3716910" y="2362170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9D1F7-2524-4F70-AF57-4866DA1072E3}">
      <dsp:nvSpPr>
        <dsp:cNvPr id="0" name=""/>
        <dsp:cNvSpPr/>
      </dsp:nvSpPr>
      <dsp:spPr>
        <a:xfrm>
          <a:off x="4046864" y="2888081"/>
          <a:ext cx="1924982" cy="1154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View Internal Jobs</a:t>
          </a:r>
        </a:p>
      </dsp:txBody>
      <dsp:txXfrm>
        <a:off x="4080692" y="2921909"/>
        <a:ext cx="1857326" cy="1087333"/>
      </dsp:txXfrm>
    </dsp:sp>
    <dsp:sp modelId="{9529958A-A65C-4C37-B282-2B3296D55023}">
      <dsp:nvSpPr>
        <dsp:cNvPr id="0" name=""/>
        <dsp:cNvSpPr/>
      </dsp:nvSpPr>
      <dsp:spPr>
        <a:xfrm rot="16200000">
          <a:off x="3716910" y="918433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41AE2-1532-4F73-BAA9-D5AD6F3E894A}">
      <dsp:nvSpPr>
        <dsp:cNvPr id="0" name=""/>
        <dsp:cNvSpPr/>
      </dsp:nvSpPr>
      <dsp:spPr>
        <a:xfrm>
          <a:off x="4046864" y="1444345"/>
          <a:ext cx="1924982" cy="1154989"/>
        </a:xfrm>
        <a:prstGeom prst="roundRect">
          <a:avLst>
            <a:gd name="adj" fmla="val 10000"/>
          </a:avLst>
        </a:prstGeom>
        <a:solidFill>
          <a:srgbClr val="D7AADE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Filter/Search</a:t>
          </a:r>
        </a:p>
      </dsp:txBody>
      <dsp:txXfrm>
        <a:off x="4080692" y="1478173"/>
        <a:ext cx="1857326" cy="1087333"/>
      </dsp:txXfrm>
    </dsp:sp>
    <dsp:sp modelId="{026803EF-E03B-4D4C-8B16-F12A48BF34E7}">
      <dsp:nvSpPr>
        <dsp:cNvPr id="0" name=""/>
        <dsp:cNvSpPr/>
      </dsp:nvSpPr>
      <dsp:spPr>
        <a:xfrm>
          <a:off x="4438778" y="196565"/>
          <a:ext cx="255330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AEC8F-417D-4E73-94B0-0AD45A4ACE60}">
      <dsp:nvSpPr>
        <dsp:cNvPr id="0" name=""/>
        <dsp:cNvSpPr/>
      </dsp:nvSpPr>
      <dsp:spPr>
        <a:xfrm>
          <a:off x="4046864" y="608"/>
          <a:ext cx="1924982" cy="1154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</a:t>
          </a:r>
        </a:p>
      </dsp:txBody>
      <dsp:txXfrm>
        <a:off x="4080692" y="34436"/>
        <a:ext cx="1857326" cy="1087333"/>
      </dsp:txXfrm>
    </dsp:sp>
    <dsp:sp modelId="{DECB33F5-6579-4DB4-9296-C342C7B75985}">
      <dsp:nvSpPr>
        <dsp:cNvPr id="0" name=""/>
        <dsp:cNvSpPr/>
      </dsp:nvSpPr>
      <dsp:spPr>
        <a:xfrm rot="5400000">
          <a:off x="6277136" y="918433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1B402A-3DD5-4DA7-A355-2C724E7E5267}">
      <dsp:nvSpPr>
        <dsp:cNvPr id="0" name=""/>
        <dsp:cNvSpPr/>
      </dsp:nvSpPr>
      <dsp:spPr>
        <a:xfrm>
          <a:off x="6607091" y="608"/>
          <a:ext cx="1924982" cy="1154989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Track Status</a:t>
          </a:r>
        </a:p>
      </dsp:txBody>
      <dsp:txXfrm>
        <a:off x="6640919" y="34436"/>
        <a:ext cx="1857326" cy="1087333"/>
      </dsp:txXfrm>
    </dsp:sp>
    <dsp:sp modelId="{221465CD-FD2D-44D6-9CD3-8D376891092E}">
      <dsp:nvSpPr>
        <dsp:cNvPr id="0" name=""/>
        <dsp:cNvSpPr/>
      </dsp:nvSpPr>
      <dsp:spPr>
        <a:xfrm rot="5400000">
          <a:off x="6277136" y="2362170"/>
          <a:ext cx="1436819" cy="17324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E890E-A4DF-4975-8E7D-8107097F2B13}">
      <dsp:nvSpPr>
        <dsp:cNvPr id="0" name=""/>
        <dsp:cNvSpPr/>
      </dsp:nvSpPr>
      <dsp:spPr>
        <a:xfrm>
          <a:off x="6607091" y="1444345"/>
          <a:ext cx="1924982" cy="1154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Receive Notification</a:t>
          </a:r>
        </a:p>
      </dsp:txBody>
      <dsp:txXfrm>
        <a:off x="6640919" y="1478173"/>
        <a:ext cx="1857326" cy="1087333"/>
      </dsp:txXfrm>
    </dsp:sp>
    <dsp:sp modelId="{FCC37DC1-730E-43F7-B7E4-2368967E7539}">
      <dsp:nvSpPr>
        <dsp:cNvPr id="0" name=""/>
        <dsp:cNvSpPr/>
      </dsp:nvSpPr>
      <dsp:spPr>
        <a:xfrm>
          <a:off x="6607091" y="2888081"/>
          <a:ext cx="1924982" cy="1154989"/>
        </a:xfrm>
        <a:prstGeom prst="roundRect">
          <a:avLst>
            <a:gd name="adj" fmla="val 10000"/>
          </a:avLst>
        </a:prstGeom>
        <a:solidFill>
          <a:schemeClr val="accent4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</a:p>
      </dsp:txBody>
      <dsp:txXfrm>
        <a:off x="6640919" y="2921909"/>
        <a:ext cx="1857326" cy="10873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FBD79-6DDC-4595-B3D1-AF71F1D074D2}">
      <dsp:nvSpPr>
        <dsp:cNvPr id="0" name=""/>
        <dsp:cNvSpPr/>
      </dsp:nvSpPr>
      <dsp:spPr>
        <a:xfrm>
          <a:off x="99061" y="5"/>
          <a:ext cx="1785561" cy="1785561"/>
        </a:xfrm>
        <a:prstGeom prst="ellipse">
          <a:avLst/>
        </a:prstGeom>
        <a:solidFill>
          <a:srgbClr val="E54337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Start</a:t>
          </a:r>
          <a:endParaRPr lang="en-IN" sz="4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0550" y="261494"/>
        <a:ext cx="1262583" cy="1262583"/>
      </dsp:txXfrm>
    </dsp:sp>
    <dsp:sp modelId="{D6409E01-A353-4746-A9C5-97713621ADCE}">
      <dsp:nvSpPr>
        <dsp:cNvPr id="0" name=""/>
        <dsp:cNvSpPr/>
      </dsp:nvSpPr>
      <dsp:spPr>
        <a:xfrm rot="10800000">
          <a:off x="679369" y="2016127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142F98-F7E2-4C11-9FD9-67BC08BF1F6E}">
      <dsp:nvSpPr>
        <dsp:cNvPr id="0" name=""/>
        <dsp:cNvSpPr/>
      </dsp:nvSpPr>
      <dsp:spPr>
        <a:xfrm>
          <a:off x="396357" y="2707809"/>
          <a:ext cx="1190969" cy="1190969"/>
        </a:xfrm>
        <a:prstGeom prst="ellipse">
          <a:avLst/>
        </a:prstGeom>
        <a:solidFill>
          <a:schemeClr val="accent1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Login</a:t>
          </a:r>
          <a:endParaRPr lang="en-IN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0770" y="2882222"/>
        <a:ext cx="842143" cy="842143"/>
      </dsp:txXfrm>
    </dsp:sp>
    <dsp:sp modelId="{2C6BAA01-0712-4893-B03D-4C5D3B59DA90}">
      <dsp:nvSpPr>
        <dsp:cNvPr id="0" name=""/>
        <dsp:cNvSpPr/>
      </dsp:nvSpPr>
      <dsp:spPr>
        <a:xfrm rot="5400000">
          <a:off x="2003308" y="3058899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6D8B5-C83C-422D-AF3F-924F354E0F71}">
      <dsp:nvSpPr>
        <dsp:cNvPr id="0" name=""/>
        <dsp:cNvSpPr/>
      </dsp:nvSpPr>
      <dsp:spPr>
        <a:xfrm>
          <a:off x="3016568" y="2707809"/>
          <a:ext cx="1307231" cy="1190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View Skill </a:t>
          </a: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Matrix</a:t>
          </a:r>
          <a:endParaRPr lang="en-IN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8008" y="2882222"/>
        <a:ext cx="924351" cy="842143"/>
      </dsp:txXfrm>
    </dsp:sp>
    <dsp:sp modelId="{72212C8F-8A92-45CA-B17B-10F4073BDA52}">
      <dsp:nvSpPr>
        <dsp:cNvPr id="0" name=""/>
        <dsp:cNvSpPr/>
      </dsp:nvSpPr>
      <dsp:spPr>
        <a:xfrm>
          <a:off x="3357711" y="1839812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7E773-5FAC-496A-ADEB-717CE0CF58BB}">
      <dsp:nvSpPr>
        <dsp:cNvPr id="0" name=""/>
        <dsp:cNvSpPr/>
      </dsp:nvSpPr>
      <dsp:spPr>
        <a:xfrm>
          <a:off x="3016568" y="297301"/>
          <a:ext cx="1307231" cy="1190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Access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Dashboard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08008" y="471714"/>
        <a:ext cx="924351" cy="842143"/>
      </dsp:txXfrm>
    </dsp:sp>
    <dsp:sp modelId="{5F37E86A-8F99-4098-B9FD-E792B0584524}">
      <dsp:nvSpPr>
        <dsp:cNvPr id="0" name=""/>
        <dsp:cNvSpPr/>
      </dsp:nvSpPr>
      <dsp:spPr>
        <a:xfrm rot="5400000">
          <a:off x="4692345" y="648391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5C6B1-79E4-4CFF-A4B1-C486DCDDD2C9}">
      <dsp:nvSpPr>
        <dsp:cNvPr id="0" name=""/>
        <dsp:cNvSpPr/>
      </dsp:nvSpPr>
      <dsp:spPr>
        <a:xfrm>
          <a:off x="5658169" y="297301"/>
          <a:ext cx="1380714" cy="1190969"/>
        </a:xfrm>
        <a:prstGeom prst="ellipse">
          <a:avLst/>
        </a:prstGeom>
        <a:solidFill>
          <a:schemeClr val="accent1"/>
        </a:solidFill>
        <a:ln w="15875" cap="rnd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Analyse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Performance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60370" y="471714"/>
        <a:ext cx="976312" cy="842143"/>
      </dsp:txXfrm>
    </dsp:sp>
    <dsp:sp modelId="{A3E760B1-AF83-4B35-86D6-A74459B9FAC1}">
      <dsp:nvSpPr>
        <dsp:cNvPr id="0" name=""/>
        <dsp:cNvSpPr/>
      </dsp:nvSpPr>
      <dsp:spPr>
        <a:xfrm rot="10800000">
          <a:off x="6036053" y="1867479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6C9C4-6E55-4745-BAFB-CDD8C3ED0E21}">
      <dsp:nvSpPr>
        <dsp:cNvPr id="0" name=""/>
        <dsp:cNvSpPr/>
      </dsp:nvSpPr>
      <dsp:spPr>
        <a:xfrm>
          <a:off x="5648010" y="2707809"/>
          <a:ext cx="1401032" cy="1190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Generate Report</a:t>
          </a:r>
        </a:p>
      </dsp:txBody>
      <dsp:txXfrm>
        <a:off x="5853186" y="2882222"/>
        <a:ext cx="990680" cy="842143"/>
      </dsp:txXfrm>
    </dsp:sp>
    <dsp:sp modelId="{A146FCB6-E4E1-4F71-A27D-260DEB2E201B}">
      <dsp:nvSpPr>
        <dsp:cNvPr id="0" name=""/>
        <dsp:cNvSpPr/>
      </dsp:nvSpPr>
      <dsp:spPr>
        <a:xfrm rot="5400000">
          <a:off x="7401164" y="3058899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38BFD-BA31-4FA3-AFE9-F695B122130F}">
      <dsp:nvSpPr>
        <dsp:cNvPr id="0" name=""/>
        <dsp:cNvSpPr/>
      </dsp:nvSpPr>
      <dsp:spPr>
        <a:xfrm>
          <a:off x="8350565" y="2707809"/>
          <a:ext cx="1352607" cy="11909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Approve / Reject </a:t>
          </a: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Application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548650" y="2882222"/>
        <a:ext cx="956437" cy="842143"/>
      </dsp:txXfrm>
    </dsp:sp>
    <dsp:sp modelId="{80672DF3-8194-42EF-BBEF-AE6CCEE0B2CC}">
      <dsp:nvSpPr>
        <dsp:cNvPr id="0" name=""/>
        <dsp:cNvSpPr/>
      </dsp:nvSpPr>
      <dsp:spPr>
        <a:xfrm>
          <a:off x="8714396" y="1988460"/>
          <a:ext cx="624946" cy="488788"/>
        </a:xfrm>
        <a:prstGeom prst="triangle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DBF70-E304-4833-A8BE-504C43EB21E4}">
      <dsp:nvSpPr>
        <dsp:cNvPr id="0" name=""/>
        <dsp:cNvSpPr/>
      </dsp:nvSpPr>
      <dsp:spPr>
        <a:xfrm>
          <a:off x="8134088" y="5"/>
          <a:ext cx="1785561" cy="1785561"/>
        </a:xfrm>
        <a:prstGeom prst="ellipse">
          <a:avLst/>
        </a:prstGeom>
        <a:solidFill>
          <a:schemeClr val="accent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690" tIns="59690" rIns="59690" bIns="59690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End</a:t>
          </a:r>
          <a:endParaRPr lang="en-IN" sz="4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395577" y="261494"/>
        <a:ext cx="1262583" cy="1262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52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29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06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10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394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586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7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577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59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167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355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7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657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68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0008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7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691D60-B3B9-4464-8465-DFB63B5FEDD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E948DA7-3982-412E-A6D0-DFB84E0344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1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143F-9430-3941-0D5B-6754298C0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748" y="1380068"/>
            <a:ext cx="9202275" cy="2616199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RyniXsoft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Internship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-1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9CC31-ABDB-B912-CB34-EEFD665FF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109" y="3996267"/>
            <a:ext cx="6409913" cy="1388534"/>
          </a:xfrm>
        </p:spPr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                                         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SWETHASUPRIYA AS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63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9EA2-E95F-1280-A5BC-B4DC9CCD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26142"/>
            <a:ext cx="10018713" cy="115037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Choose the Problem: Digital Talent Management System (DTMS)?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AB477A-8ADF-A6D5-1DE5-B3ABED0BA9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36955" y="1666112"/>
            <a:ext cx="963561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Employees in today's organizations, particularly those in the IT and digital sectors, are always changing roles, improving their skills, and working on dynamic projects. But a lot of businesses still use the following methods to manage talent: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Excel documents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HR software programs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Tracking performance manually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fragmentation and inefficiency result from this.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consolidating all talent-related tasks onto a single platform, a digital talent management system addresses this.</a:t>
            </a:r>
          </a:p>
        </p:txBody>
      </p:sp>
    </p:spTree>
    <p:extLst>
      <p:ext uri="{BB962C8B-B14F-4D97-AF65-F5344CB8AC3E}">
        <p14:creationId xmlns:p14="http://schemas.microsoft.com/office/powerpoint/2010/main" val="383581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9EC2C5-047C-E412-4C5E-9D188C5F3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1" y="943897"/>
            <a:ext cx="4895056" cy="8357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challenges does the user face?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A0B11-4CFF-5588-DEE5-9B02D6750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2015613"/>
            <a:ext cx="4895056" cy="37755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finding suitable internal job opportunities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clear visibility into career growth paths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Long and complicated application process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real-time updates on application status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Delayed feedback from HR or managers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FA5DAA-534F-CCB7-A627-E2E1AD304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07967" y="865239"/>
            <a:ext cx="4895057" cy="914401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does your product solve 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33F2E6-3EE4-3A79-A557-BACB67B1C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7967" y="2015613"/>
            <a:ext cx="4895056" cy="37755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clear visibility of internal job openings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Simplifies the job application process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Enables employees to track their application status in real time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Offers transparency in career growth opportunities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communication between employees and HR teams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25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CDB015-5E31-A7E8-CBB7-1C19AF699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2179" y="778933"/>
            <a:ext cx="4607188" cy="82973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Good UX is Important 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348AD-B611-EC40-D9AB-0894DFA0A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1913467"/>
            <a:ext cx="4895056" cy="3877732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system easy to use and understand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Saves users’ time by simplifying tasks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user frustration and errors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Increases user satisfaction and engagement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users achieve their goals quickly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EE923B-47F1-0AB3-4E70-6BDEF69CE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0487" y="778932"/>
            <a:ext cx="4622537" cy="82973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Better Design Improves User Experience 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252253E-BCEF-A8DE-5CCC-E25F3B228C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7967" y="1913467"/>
            <a:ext cx="4895056" cy="387773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Clear navigation helps users find information easily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forms reduce effort while applying for jobs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search and filters help users find suitable roles faster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notifications keep users informed about status updates</a:t>
            </a:r>
          </a:p>
          <a:p>
            <a:pPr marL="0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 dashboards improve visibility of skills, jobs, and progress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062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4F9C9-18A0-A313-1F77-87DCE2CB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7585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Problem Is Important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5D022D-E8DB-73E1-BBE3-8DD2A777E7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3" y="2517341"/>
            <a:ext cx="99211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organizations increasingly rely on digital talent. However, many mid-sized companies still lack unified platforms like: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WorkdaySAP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SuccessFactors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HCM Cloud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show strong demand for talent management systems, but they are often complex and expensive. There is an opportunity to design a simplified, user-friendly solution.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0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66ACA5-5F7C-8617-10A7-DE38027B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17" y="685801"/>
            <a:ext cx="10431308" cy="90702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the Target Users?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103B73-DF1F-3915-E01D-BF79697E7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1956619"/>
            <a:ext cx="4895056" cy="383458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HR Manager / Admin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Oversees workforce planning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performance analytics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Recruiter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candidate pipeline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 resumes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interviews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F33342-E0DE-14DF-7B66-D0AD14C62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7967" y="1956619"/>
            <a:ext cx="4895056" cy="383458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Employee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skills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for internal roles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performance feedback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Department Manager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team members to projects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team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skill gaps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5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071A10-CE66-4D04-82E1-1584F96D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75954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 User Persona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B0978C-84F2-FE2E-899C-B9A9C7E8C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4312" y="1956619"/>
            <a:ext cx="3195843" cy="383458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1 – HR Manager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Ananya Rao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years in HR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workforce visibility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report generation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effort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1948DA-9B60-E0AB-C9A4-B27FD9D63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53781" y="1956619"/>
            <a:ext cx="3057831" cy="359860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2 – Employee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Arjun Kumar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Developer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promotion path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job visibility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development tracking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A4A2CA8-1A96-6838-9B9A-C4E43B0D13A5}"/>
              </a:ext>
            </a:extLst>
          </p:cNvPr>
          <p:cNvSpPr txBox="1">
            <a:spLocks/>
          </p:cNvSpPr>
          <p:nvPr/>
        </p:nvSpPr>
        <p:spPr>
          <a:xfrm>
            <a:off x="8524568" y="1956619"/>
            <a:ext cx="3470786" cy="2920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3 – Recruiter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Meera Singh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30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resume filtering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hiring process</a:t>
            </a:r>
          </a:p>
          <a:p>
            <a:pPr marL="0" indent="0">
              <a:buFont typeface="Arial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6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A118-51E9-95B2-ACF2-AF2EC70A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29381"/>
            <a:ext cx="10018713" cy="889819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JOURNEY MAPPING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2E68BF-D1DD-D1AF-EB9D-0F27BF487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59" y="1632155"/>
            <a:ext cx="9334819" cy="48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45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0D02-C3A1-55CD-EA32-73D92C21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538479"/>
            <a:ext cx="10018713" cy="75184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Flow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F4D192-E03C-9F96-0AF6-858F924AF9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742149"/>
              </p:ext>
            </p:extLst>
          </p:nvPr>
        </p:nvGraphicFramePr>
        <p:xfrm>
          <a:off x="1484313" y="1747520"/>
          <a:ext cx="10018712" cy="4043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139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B385-4D3F-548E-AF63-2A4DFBB8F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77521"/>
            <a:ext cx="10018713" cy="58928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Talent Review Flow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DF042C2-1344-2ECD-785D-DE0A40019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5719188"/>
              </p:ext>
            </p:extLst>
          </p:nvPr>
        </p:nvGraphicFramePr>
        <p:xfrm>
          <a:off x="1484313" y="1595120"/>
          <a:ext cx="10018712" cy="419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956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CFA83-000B-775B-68A2-3646DAB1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16561"/>
            <a:ext cx="10018713" cy="9652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UX Strategy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E1D0A-BCFD-967F-B49A-A68EBF5A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05280"/>
            <a:ext cx="10018713" cy="491743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Simplicity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Clean dashboards with minimal navigation depth.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Role-Based Personalization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Different dashboards for: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Transparency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Clear status tracking and feedback visibility.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Visualization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 charts and metrics for workforce insights.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Efficiency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Reduce manual steps and automate repetitive tasks.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74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words on notepad and office supplies photo">
            <a:extLst>
              <a:ext uri="{FF2B5EF4-FFF2-40B4-BE49-F238E27FC236}">
                <a16:creationId xmlns:a16="http://schemas.microsoft.com/office/drawing/2014/main" id="{7CF72D52-3437-3D8F-CE8C-5D1B81262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824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1180</TotalTime>
  <Words>622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Times New Roman</vt:lpstr>
      <vt:lpstr>Wingdings</vt:lpstr>
      <vt:lpstr>Parallax</vt:lpstr>
      <vt:lpstr>RyniXsoft Hybrid Internship Week -1</vt:lpstr>
      <vt:lpstr>Why Choose the Problem: Digital Talent Management System (DTMS)?</vt:lpstr>
      <vt:lpstr>PowerPoint Presentation</vt:lpstr>
      <vt:lpstr>PowerPoint Presentation</vt:lpstr>
      <vt:lpstr>Why This Problem Is Important</vt:lpstr>
      <vt:lpstr>Who are the Target Users?</vt:lpstr>
      <vt:lpstr>Details User Persona</vt:lpstr>
      <vt:lpstr>USER JOURNEY MAPPING</vt:lpstr>
      <vt:lpstr>Employee Flow Diagram</vt:lpstr>
      <vt:lpstr>HR Talent Review Flow</vt:lpstr>
      <vt:lpstr>UX Strategy Direction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 supriya</dc:creator>
  <cp:lastModifiedBy>swetha supriya</cp:lastModifiedBy>
  <cp:revision>6</cp:revision>
  <dcterms:created xsi:type="dcterms:W3CDTF">2026-03-04T03:48:55Z</dcterms:created>
  <dcterms:modified xsi:type="dcterms:W3CDTF">2026-03-06T10:41:09Z</dcterms:modified>
</cp:coreProperties>
</file>